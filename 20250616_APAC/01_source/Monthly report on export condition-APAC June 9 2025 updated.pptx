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73" r:id="rId4"/>
  </p:sldMasterIdLst>
  <p:notesMasterIdLst>
    <p:notesMasterId r:id="rId17"/>
  </p:notesMasterIdLst>
  <p:handoutMasterIdLst>
    <p:handoutMasterId r:id="rId18"/>
  </p:handoutMasterIdLst>
  <p:sldIdLst>
    <p:sldId id="306" r:id="rId5"/>
    <p:sldId id="2147479024" r:id="rId6"/>
    <p:sldId id="2147479015" r:id="rId7"/>
    <p:sldId id="2147479026" r:id="rId8"/>
    <p:sldId id="2147479016" r:id="rId9"/>
    <p:sldId id="2147479023" r:id="rId10"/>
    <p:sldId id="2147479018" r:id="rId11"/>
    <p:sldId id="2147479020" r:id="rId12"/>
    <p:sldId id="2147479019" r:id="rId13"/>
    <p:sldId id="2147479027" r:id="rId14"/>
    <p:sldId id="2147479028" r:id="rId15"/>
    <p:sldId id="2147468579" r:id="rId16"/>
  </p:sldIdLst>
  <p:sldSz cx="9144000" cy="5143500" type="screen16x9"/>
  <p:notesSz cx="6858000" cy="9144000"/>
  <p:custDataLst>
    <p:tags r:id="rId19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V" initials="C" lastIdx="1" clrIdx="0">
    <p:extLst>
      <p:ext uri="{19B8F6BF-5375-455C-9EA6-DF929625EA0E}">
        <p15:presenceInfo xmlns:p15="http://schemas.microsoft.com/office/powerpoint/2012/main" userId="S-1-5-21-3116897539-484647637-3745626336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E6E5"/>
    <a:srgbClr val="E6E6E6"/>
    <a:srgbClr val="D9D9D9"/>
    <a:srgbClr val="694CD2"/>
    <a:srgbClr val="BFB2EC"/>
    <a:srgbClr val="4CC4C3"/>
    <a:srgbClr val="944C94"/>
    <a:srgbClr val="D1B2D1"/>
    <a:srgbClr val="F0E5F0"/>
    <a:srgbClr val="8DCA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142FFB-EACF-4F04-8D6B-DF57BBC3909C}" v="18" dt="2025-06-11T05:23:16.919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8" autoAdjust="0"/>
    <p:restoredTop sz="92984" autoAdjust="0"/>
  </p:normalViewPr>
  <p:slideViewPr>
    <p:cSldViewPr snapToGrid="0" showGuides="1">
      <p:cViewPr varScale="1">
        <p:scale>
          <a:sx n="146" d="100"/>
          <a:sy n="146" d="100"/>
        </p:scale>
        <p:origin x="778" y="10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92" d="100"/>
          <a:sy n="92" d="100"/>
        </p:scale>
        <p:origin x="3648" y="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H. (Aloise)" userId="669d39e4-d405-4618-abf0-c419d47f19fb" providerId="ADAL" clId="{974D8952-6991-4683-B13D-419897BD158E}"/>
    <pc:docChg chg="modSld">
      <pc:chgData name="Zhang, H. (Aloise)" userId="669d39e4-d405-4618-abf0-c419d47f19fb" providerId="ADAL" clId="{974D8952-6991-4683-B13D-419897BD158E}" dt="2025-05-26T06:43:44.398" v="1" actId="1076"/>
      <pc:docMkLst>
        <pc:docMk/>
      </pc:docMkLst>
      <pc:sldChg chg="modSp mod">
        <pc:chgData name="Zhang, H. (Aloise)" userId="669d39e4-d405-4618-abf0-c419d47f19fb" providerId="ADAL" clId="{974D8952-6991-4683-B13D-419897BD158E}" dt="2025-05-26T06:43:44.398" v="1" actId="1076"/>
        <pc:sldMkLst>
          <pc:docMk/>
          <pc:sldMk cId="3615244666" sldId="2147479016"/>
        </pc:sldMkLst>
        <pc:picChg chg="mod">
          <ac:chgData name="Zhang, H. (Aloise)" userId="669d39e4-d405-4618-abf0-c419d47f19fb" providerId="ADAL" clId="{974D8952-6991-4683-B13D-419897BD158E}" dt="2025-05-26T06:43:44.398" v="1" actId="1076"/>
          <ac:picMkLst>
            <pc:docMk/>
            <pc:sldMk cId="3615244666" sldId="2147479016"/>
            <ac:picMk id="6" creationId="{D7681C7F-4C3C-AED5-323D-346F9D54D9C7}"/>
          </ac:picMkLst>
        </pc:picChg>
      </pc:sldChg>
    </pc:docChg>
  </pc:docChgLst>
  <pc:docChgLst>
    <pc:chgData name="Zhang, H. (Aloise)" userId="669d39e4-d405-4618-abf0-c419d47f19fb" providerId="ADAL" clId="{BC0E1216-C53D-4CEA-8FC2-8A6C501AE93F}"/>
    <pc:docChg chg="undo custSel modSld">
      <pc:chgData name="Zhang, H. (Aloise)" userId="669d39e4-d405-4618-abf0-c419d47f19fb" providerId="ADAL" clId="{BC0E1216-C53D-4CEA-8FC2-8A6C501AE93F}" dt="2025-01-07T06:06:35.328" v="158" actId="1076"/>
      <pc:docMkLst>
        <pc:docMk/>
      </pc:docMkLst>
      <pc:sldChg chg="modSp mod">
        <pc:chgData name="Zhang, H. (Aloise)" userId="669d39e4-d405-4618-abf0-c419d47f19fb" providerId="ADAL" clId="{BC0E1216-C53D-4CEA-8FC2-8A6C501AE93F}" dt="2025-01-06T08:04:06.153" v="140" actId="255"/>
        <pc:sldMkLst>
          <pc:docMk/>
          <pc:sldMk cId="1961524251" sldId="306"/>
        </pc:sldMkLst>
        <pc:spChg chg="mod">
          <ac:chgData name="Zhang, H. (Aloise)" userId="669d39e4-d405-4618-abf0-c419d47f19fb" providerId="ADAL" clId="{BC0E1216-C53D-4CEA-8FC2-8A6C501AE93F}" dt="2025-01-06T08:04:06.153" v="140" actId="255"/>
          <ac:spMkLst>
            <pc:docMk/>
            <pc:sldMk cId="1961524251" sldId="306"/>
            <ac:spMk id="7" creationId="{DF48247D-54A0-4537-BA1D-AE779BB3DAC2}"/>
          </ac:spMkLst>
        </pc:spChg>
      </pc:sldChg>
      <pc:sldChg chg="addSp delSp modSp mod">
        <pc:chgData name="Zhang, H. (Aloise)" userId="669d39e4-d405-4618-abf0-c419d47f19fb" providerId="ADAL" clId="{BC0E1216-C53D-4CEA-8FC2-8A6C501AE93F}" dt="2025-01-06T06:28:08.138" v="58" actId="14100"/>
        <pc:sldMkLst>
          <pc:docMk/>
          <pc:sldMk cId="3812344724" sldId="2147479015"/>
        </pc:sldMkLst>
        <pc:spChg chg="mod">
          <ac:chgData name="Zhang, H. (Aloise)" userId="669d39e4-d405-4618-abf0-c419d47f19fb" providerId="ADAL" clId="{BC0E1216-C53D-4CEA-8FC2-8A6C501AE93F}" dt="2025-01-06T06:26:34.658" v="45" actId="20577"/>
          <ac:spMkLst>
            <pc:docMk/>
            <pc:sldMk cId="3812344724" sldId="2147479015"/>
            <ac:spMk id="2" creationId="{2D43AD39-CEEC-4931-8462-9D9324EB97C9}"/>
          </ac:spMkLst>
        </pc:spChg>
        <pc:spChg chg="mod">
          <ac:chgData name="Zhang, H. (Aloise)" userId="669d39e4-d405-4618-abf0-c419d47f19fb" providerId="ADAL" clId="{BC0E1216-C53D-4CEA-8FC2-8A6C501AE93F}" dt="2025-01-06T06:27:22.755" v="53" actId="20577"/>
          <ac:spMkLst>
            <pc:docMk/>
            <pc:sldMk cId="3812344724" sldId="2147479015"/>
            <ac:spMk id="5" creationId="{C7EF06A6-1676-F2DB-C6C3-451D4029B238}"/>
          </ac:spMkLst>
        </pc:spChg>
        <pc:picChg chg="add mod">
          <ac:chgData name="Zhang, H. (Aloise)" userId="669d39e4-d405-4618-abf0-c419d47f19fb" providerId="ADAL" clId="{BC0E1216-C53D-4CEA-8FC2-8A6C501AE93F}" dt="2025-01-06T06:27:12.499" v="50" actId="1076"/>
          <ac:picMkLst>
            <pc:docMk/>
            <pc:sldMk cId="3812344724" sldId="2147479015"/>
            <ac:picMk id="3" creationId="{AEA14C60-DED1-F382-7F13-F1BB8C6E0E8B}"/>
          </ac:picMkLst>
        </pc:picChg>
        <pc:picChg chg="del">
          <ac:chgData name="Zhang, H. (Aloise)" userId="669d39e4-d405-4618-abf0-c419d47f19fb" providerId="ADAL" clId="{BC0E1216-C53D-4CEA-8FC2-8A6C501AE93F}" dt="2025-01-06T06:27:57.187" v="54" actId="478"/>
          <ac:picMkLst>
            <pc:docMk/>
            <pc:sldMk cId="3812344724" sldId="2147479015"/>
            <ac:picMk id="4" creationId="{8F88F424-B69F-59F8-C86E-F392FEE9578C}"/>
          </ac:picMkLst>
        </pc:picChg>
        <pc:picChg chg="del">
          <ac:chgData name="Zhang, H. (Aloise)" userId="669d39e4-d405-4618-abf0-c419d47f19fb" providerId="ADAL" clId="{BC0E1216-C53D-4CEA-8FC2-8A6C501AE93F}" dt="2025-01-06T06:27:00.658" v="46" actId="478"/>
          <ac:picMkLst>
            <pc:docMk/>
            <pc:sldMk cId="3812344724" sldId="2147479015"/>
            <ac:picMk id="6" creationId="{3455E2EE-42C7-BE9D-A04C-1E079F05B5DF}"/>
          </ac:picMkLst>
        </pc:picChg>
        <pc:picChg chg="add mod">
          <ac:chgData name="Zhang, H. (Aloise)" userId="669d39e4-d405-4618-abf0-c419d47f19fb" providerId="ADAL" clId="{BC0E1216-C53D-4CEA-8FC2-8A6C501AE93F}" dt="2025-01-06T06:28:08.138" v="58" actId="14100"/>
          <ac:picMkLst>
            <pc:docMk/>
            <pc:sldMk cId="3812344724" sldId="2147479015"/>
            <ac:picMk id="10" creationId="{474EF8F1-9FC7-7DFC-1FED-42FD6B429207}"/>
          </ac:picMkLst>
        </pc:picChg>
      </pc:sldChg>
      <pc:sldChg chg="addSp delSp modSp mod">
        <pc:chgData name="Zhang, H. (Aloise)" userId="669d39e4-d405-4618-abf0-c419d47f19fb" providerId="ADAL" clId="{BC0E1216-C53D-4CEA-8FC2-8A6C501AE93F}" dt="2025-01-06T06:32:43.909" v="83" actId="1076"/>
        <pc:sldMkLst>
          <pc:docMk/>
          <pc:sldMk cId="3615244666" sldId="2147479016"/>
        </pc:sldMkLst>
        <pc:picChg chg="add del mod">
          <ac:chgData name="Zhang, H. (Aloise)" userId="669d39e4-d405-4618-abf0-c419d47f19fb" providerId="ADAL" clId="{BC0E1216-C53D-4CEA-8FC2-8A6C501AE93F}" dt="2025-01-06T06:32:08.870" v="75" actId="478"/>
          <ac:picMkLst>
            <pc:docMk/>
            <pc:sldMk cId="3615244666" sldId="2147479016"/>
            <ac:picMk id="3" creationId="{4D5E35A4-9E98-66DB-38CE-927D8FD4E570}"/>
          </ac:picMkLst>
        </pc:picChg>
        <pc:picChg chg="add mod">
          <ac:chgData name="Zhang, H. (Aloise)" userId="669d39e4-d405-4618-abf0-c419d47f19fb" providerId="ADAL" clId="{BC0E1216-C53D-4CEA-8FC2-8A6C501AE93F}" dt="2025-01-06T06:32:23.323" v="78" actId="14100"/>
          <ac:picMkLst>
            <pc:docMk/>
            <pc:sldMk cId="3615244666" sldId="2147479016"/>
            <ac:picMk id="4" creationId="{1DBAA67C-2A8B-4C9A-F7F7-2DEAEAB94111}"/>
          </ac:picMkLst>
        </pc:picChg>
        <pc:picChg chg="del">
          <ac:chgData name="Zhang, H. (Aloise)" userId="669d39e4-d405-4618-abf0-c419d47f19fb" providerId="ADAL" clId="{BC0E1216-C53D-4CEA-8FC2-8A6C501AE93F}" dt="2025-01-06T06:31:41.758" v="72" actId="478"/>
          <ac:picMkLst>
            <pc:docMk/>
            <pc:sldMk cId="3615244666" sldId="2147479016"/>
            <ac:picMk id="6" creationId="{2841EFB5-F3BE-EDDF-7C41-C750F72F2F88}"/>
          </ac:picMkLst>
        </pc:picChg>
        <pc:picChg chg="del">
          <ac:chgData name="Zhang, H. (Aloise)" userId="669d39e4-d405-4618-abf0-c419d47f19fb" providerId="ADAL" clId="{BC0E1216-C53D-4CEA-8FC2-8A6C501AE93F}" dt="2025-01-06T06:32:24.959" v="79" actId="478"/>
          <ac:picMkLst>
            <pc:docMk/>
            <pc:sldMk cId="3615244666" sldId="2147479016"/>
            <ac:picMk id="7" creationId="{F46A60D3-C2CC-BAE4-73E0-7AB821093903}"/>
          </ac:picMkLst>
        </pc:picChg>
        <pc:picChg chg="add mod">
          <ac:chgData name="Zhang, H. (Aloise)" userId="669d39e4-d405-4618-abf0-c419d47f19fb" providerId="ADAL" clId="{BC0E1216-C53D-4CEA-8FC2-8A6C501AE93F}" dt="2025-01-06T06:32:43.909" v="83" actId="1076"/>
          <ac:picMkLst>
            <pc:docMk/>
            <pc:sldMk cId="3615244666" sldId="2147479016"/>
            <ac:picMk id="8" creationId="{4130B682-492A-C47C-937C-9BC29FAF53BE}"/>
          </ac:picMkLst>
        </pc:picChg>
      </pc:sldChg>
      <pc:sldChg chg="addSp delSp modSp mod">
        <pc:chgData name="Zhang, H. (Aloise)" userId="669d39e4-d405-4618-abf0-c419d47f19fb" providerId="ADAL" clId="{BC0E1216-C53D-4CEA-8FC2-8A6C501AE93F}" dt="2025-01-06T06:34:26.113" v="91" actId="1076"/>
        <pc:sldMkLst>
          <pc:docMk/>
          <pc:sldMk cId="3095730842" sldId="2147479018"/>
        </pc:sldMkLst>
        <pc:picChg chg="add mod">
          <ac:chgData name="Zhang, H. (Aloise)" userId="669d39e4-d405-4618-abf0-c419d47f19fb" providerId="ADAL" clId="{BC0E1216-C53D-4CEA-8FC2-8A6C501AE93F}" dt="2025-01-06T06:34:26.113" v="91" actId="1076"/>
          <ac:picMkLst>
            <pc:docMk/>
            <pc:sldMk cId="3095730842" sldId="2147479018"/>
            <ac:picMk id="3" creationId="{4CE6D547-9C6B-D177-53F7-A3BEC90D2DA6}"/>
          </ac:picMkLst>
        </pc:picChg>
        <pc:picChg chg="del">
          <ac:chgData name="Zhang, H. (Aloise)" userId="669d39e4-d405-4618-abf0-c419d47f19fb" providerId="ADAL" clId="{BC0E1216-C53D-4CEA-8FC2-8A6C501AE93F}" dt="2025-01-06T06:34:21.888" v="89" actId="478"/>
          <ac:picMkLst>
            <pc:docMk/>
            <pc:sldMk cId="3095730842" sldId="2147479018"/>
            <ac:picMk id="4" creationId="{6BE2FA52-0E6D-A9A5-ECD3-7B15DCDDCDDE}"/>
          </ac:picMkLst>
        </pc:picChg>
      </pc:sldChg>
      <pc:sldChg chg="addSp delSp modSp mod">
        <pc:chgData name="Zhang, H. (Aloise)" userId="669d39e4-d405-4618-abf0-c419d47f19fb" providerId="ADAL" clId="{BC0E1216-C53D-4CEA-8FC2-8A6C501AE93F}" dt="2025-01-07T06:06:35.328" v="158" actId="1076"/>
        <pc:sldMkLst>
          <pc:docMk/>
          <pc:sldMk cId="1268562801" sldId="2147479019"/>
        </pc:sldMkLst>
        <pc:picChg chg="add mod">
          <ac:chgData name="Zhang, H. (Aloise)" userId="669d39e4-d405-4618-abf0-c419d47f19fb" providerId="ADAL" clId="{BC0E1216-C53D-4CEA-8FC2-8A6C501AE93F}" dt="2025-01-07T06:06:35.328" v="158" actId="1076"/>
          <ac:picMkLst>
            <pc:docMk/>
            <pc:sldMk cId="1268562801" sldId="2147479019"/>
            <ac:picMk id="3" creationId="{93B33833-AFD5-7331-5DD5-5FB7EDDD9FC4}"/>
          </ac:picMkLst>
        </pc:picChg>
        <pc:picChg chg="del">
          <ac:chgData name="Zhang, H. (Aloise)" userId="669d39e4-d405-4618-abf0-c419d47f19fb" providerId="ADAL" clId="{BC0E1216-C53D-4CEA-8FC2-8A6C501AE93F}" dt="2025-01-06T06:55:32.370" v="112" actId="478"/>
          <ac:picMkLst>
            <pc:docMk/>
            <pc:sldMk cId="1268562801" sldId="2147479019"/>
            <ac:picMk id="3" creationId="{BE2CDC68-91DF-DA80-0CC4-1CB2A02DDF17}"/>
          </ac:picMkLst>
        </pc:picChg>
        <pc:picChg chg="add mod">
          <ac:chgData name="Zhang, H. (Aloise)" userId="669d39e4-d405-4618-abf0-c419d47f19fb" providerId="ADAL" clId="{BC0E1216-C53D-4CEA-8FC2-8A6C501AE93F}" dt="2025-01-06T06:55:30.781" v="111" actId="1076"/>
          <ac:picMkLst>
            <pc:docMk/>
            <pc:sldMk cId="1268562801" sldId="2147479019"/>
            <ac:picMk id="4" creationId="{5FFF15E8-A72B-E91C-15DF-36DAA3C3C219}"/>
          </ac:picMkLst>
        </pc:picChg>
        <pc:picChg chg="add del mod">
          <ac:chgData name="Zhang, H. (Aloise)" userId="669d39e4-d405-4618-abf0-c419d47f19fb" providerId="ADAL" clId="{BC0E1216-C53D-4CEA-8FC2-8A6C501AE93F}" dt="2025-01-07T06:06:15.432" v="155" actId="478"/>
          <ac:picMkLst>
            <pc:docMk/>
            <pc:sldMk cId="1268562801" sldId="2147479019"/>
            <ac:picMk id="5" creationId="{8388326D-1C3A-153B-4E0F-024E832ACC2D}"/>
          </ac:picMkLst>
        </pc:picChg>
        <pc:picChg chg="del">
          <ac:chgData name="Zhang, H. (Aloise)" userId="669d39e4-d405-4618-abf0-c419d47f19fb" providerId="ADAL" clId="{BC0E1216-C53D-4CEA-8FC2-8A6C501AE93F}" dt="2025-01-06T06:55:17.610" v="105" actId="478"/>
          <ac:picMkLst>
            <pc:docMk/>
            <pc:sldMk cId="1268562801" sldId="2147479019"/>
            <ac:picMk id="7" creationId="{F854765D-4029-2F75-BD9D-6F94DFEF9CBA}"/>
          </ac:picMkLst>
        </pc:picChg>
      </pc:sldChg>
      <pc:sldChg chg="addSp delSp modSp mod">
        <pc:chgData name="Zhang, H. (Aloise)" userId="669d39e4-d405-4618-abf0-c419d47f19fb" providerId="ADAL" clId="{BC0E1216-C53D-4CEA-8FC2-8A6C501AE93F}" dt="2025-01-06T06:38:02.367" v="94" actId="1076"/>
        <pc:sldMkLst>
          <pc:docMk/>
          <pc:sldMk cId="261761247" sldId="2147479020"/>
        </pc:sldMkLst>
        <pc:picChg chg="add mod">
          <ac:chgData name="Zhang, H. (Aloise)" userId="669d39e4-d405-4618-abf0-c419d47f19fb" providerId="ADAL" clId="{BC0E1216-C53D-4CEA-8FC2-8A6C501AE93F}" dt="2025-01-06T06:38:02.367" v="94" actId="1076"/>
          <ac:picMkLst>
            <pc:docMk/>
            <pc:sldMk cId="261761247" sldId="2147479020"/>
            <ac:picMk id="3" creationId="{8D0243DB-BE25-BEF3-B3E6-7AEF0CEE31A5}"/>
          </ac:picMkLst>
        </pc:picChg>
        <pc:picChg chg="del">
          <ac:chgData name="Zhang, H. (Aloise)" userId="669d39e4-d405-4618-abf0-c419d47f19fb" providerId="ADAL" clId="{BC0E1216-C53D-4CEA-8FC2-8A6C501AE93F}" dt="2025-01-06T06:37:57.459" v="92" actId="478"/>
          <ac:picMkLst>
            <pc:docMk/>
            <pc:sldMk cId="261761247" sldId="2147479020"/>
            <ac:picMk id="5" creationId="{5404796E-CB1A-5FEA-A33C-51019B8599CF}"/>
          </ac:picMkLst>
        </pc:picChg>
      </pc:sldChg>
      <pc:sldChg chg="addSp delSp modSp mod">
        <pc:chgData name="Zhang, H. (Aloise)" userId="669d39e4-d405-4618-abf0-c419d47f19fb" providerId="ADAL" clId="{BC0E1216-C53D-4CEA-8FC2-8A6C501AE93F}" dt="2025-01-06T06:33:37.455" v="88" actId="1076"/>
        <pc:sldMkLst>
          <pc:docMk/>
          <pc:sldMk cId="3934647177" sldId="2147479023"/>
        </pc:sldMkLst>
        <pc:picChg chg="add mod">
          <ac:chgData name="Zhang, H. (Aloise)" userId="669d39e4-d405-4618-abf0-c419d47f19fb" providerId="ADAL" clId="{BC0E1216-C53D-4CEA-8FC2-8A6C501AE93F}" dt="2025-01-06T06:33:37.455" v="88" actId="1076"/>
          <ac:picMkLst>
            <pc:docMk/>
            <pc:sldMk cId="3934647177" sldId="2147479023"/>
            <ac:picMk id="3" creationId="{70FBDE33-0C3D-C31C-E7BB-3901FA3DBC60}"/>
          </ac:picMkLst>
        </pc:picChg>
        <pc:picChg chg="del">
          <ac:chgData name="Zhang, H. (Aloise)" userId="669d39e4-d405-4618-abf0-c419d47f19fb" providerId="ADAL" clId="{BC0E1216-C53D-4CEA-8FC2-8A6C501AE93F}" dt="2025-01-06T06:33:04.961" v="84" actId="478"/>
          <ac:picMkLst>
            <pc:docMk/>
            <pc:sldMk cId="3934647177" sldId="2147479023"/>
            <ac:picMk id="4" creationId="{8F07ADCA-10B1-AE4F-B80E-08D350B16240}"/>
          </ac:picMkLst>
        </pc:picChg>
      </pc:sldChg>
      <pc:sldChg chg="addSp delSp modSp mod">
        <pc:chgData name="Zhang, H. (Aloise)" userId="669d39e4-d405-4618-abf0-c419d47f19fb" providerId="ADAL" clId="{BC0E1216-C53D-4CEA-8FC2-8A6C501AE93F}" dt="2025-01-06T06:26:26.018" v="42" actId="20577"/>
        <pc:sldMkLst>
          <pc:docMk/>
          <pc:sldMk cId="2658016897" sldId="2147479024"/>
        </pc:sldMkLst>
        <pc:spChg chg="mod">
          <ac:chgData name="Zhang, H. (Aloise)" userId="669d39e4-d405-4618-abf0-c419d47f19fb" providerId="ADAL" clId="{BC0E1216-C53D-4CEA-8FC2-8A6C501AE93F}" dt="2025-01-06T06:25:25.562" v="5" actId="6549"/>
          <ac:spMkLst>
            <pc:docMk/>
            <pc:sldMk cId="2658016897" sldId="2147479024"/>
            <ac:spMk id="2" creationId="{2D43AD39-CEEC-4931-8462-9D9324EB97C9}"/>
          </ac:spMkLst>
        </pc:spChg>
        <pc:spChg chg="mod">
          <ac:chgData name="Zhang, H. (Aloise)" userId="669d39e4-d405-4618-abf0-c419d47f19fb" providerId="ADAL" clId="{BC0E1216-C53D-4CEA-8FC2-8A6C501AE93F}" dt="2025-01-06T06:26:26.018" v="42" actId="20577"/>
          <ac:spMkLst>
            <pc:docMk/>
            <pc:sldMk cId="2658016897" sldId="2147479024"/>
            <ac:spMk id="4" creationId="{87568A90-6390-F1E0-E603-2B1626E64BE3}"/>
          </ac:spMkLst>
        </pc:spChg>
        <pc:picChg chg="add mod">
          <ac:chgData name="Zhang, H. (Aloise)" userId="669d39e4-d405-4618-abf0-c419d47f19fb" providerId="ADAL" clId="{BC0E1216-C53D-4CEA-8FC2-8A6C501AE93F}" dt="2025-01-06T06:25:19.090" v="3" actId="1076"/>
          <ac:picMkLst>
            <pc:docMk/>
            <pc:sldMk cId="2658016897" sldId="2147479024"/>
            <ac:picMk id="3" creationId="{59C7E7C1-D7A9-80CF-885F-3F4442343CA9}"/>
          </ac:picMkLst>
        </pc:picChg>
        <pc:picChg chg="del">
          <ac:chgData name="Zhang, H. (Aloise)" userId="669d39e4-d405-4618-abf0-c419d47f19fb" providerId="ADAL" clId="{BC0E1216-C53D-4CEA-8FC2-8A6C501AE93F}" dt="2025-01-06T06:22:03.702" v="0" actId="478"/>
          <ac:picMkLst>
            <pc:docMk/>
            <pc:sldMk cId="2658016897" sldId="2147479024"/>
            <ac:picMk id="5" creationId="{47B8D25B-D2B9-EB1F-018E-5E1644212112}"/>
          </ac:picMkLst>
        </pc:picChg>
      </pc:sldChg>
      <pc:sldChg chg="addSp delSp modSp mod">
        <pc:chgData name="Zhang, H. (Aloise)" userId="669d39e4-d405-4618-abf0-c419d47f19fb" providerId="ADAL" clId="{BC0E1216-C53D-4CEA-8FC2-8A6C501AE93F}" dt="2025-01-07T06:05:54.343" v="154" actId="20577"/>
        <pc:sldMkLst>
          <pc:docMk/>
          <pc:sldMk cId="1981672907" sldId="2147479026"/>
        </pc:sldMkLst>
        <pc:spChg chg="mod">
          <ac:chgData name="Zhang, H. (Aloise)" userId="669d39e4-d405-4618-abf0-c419d47f19fb" providerId="ADAL" clId="{BC0E1216-C53D-4CEA-8FC2-8A6C501AE93F}" dt="2025-01-07T06:05:54.343" v="154" actId="20577"/>
          <ac:spMkLst>
            <pc:docMk/>
            <pc:sldMk cId="1981672907" sldId="2147479026"/>
            <ac:spMk id="2" creationId="{2D43AD39-CEEC-4931-8462-9D9324EB97C9}"/>
          </ac:spMkLst>
        </pc:spChg>
        <pc:spChg chg="mod">
          <ac:chgData name="Zhang, H. (Aloise)" userId="669d39e4-d405-4618-abf0-c419d47f19fb" providerId="ADAL" clId="{BC0E1216-C53D-4CEA-8FC2-8A6C501AE93F}" dt="2025-01-07T06:05:49.601" v="151" actId="20577"/>
          <ac:spMkLst>
            <pc:docMk/>
            <pc:sldMk cId="1981672907" sldId="2147479026"/>
            <ac:spMk id="6" creationId="{3521DAEB-21E2-8D72-F4ED-DAE10DED5D1C}"/>
          </ac:spMkLst>
        </pc:spChg>
        <pc:picChg chg="del">
          <ac:chgData name="Zhang, H. (Aloise)" userId="669d39e4-d405-4618-abf0-c419d47f19fb" providerId="ADAL" clId="{BC0E1216-C53D-4CEA-8FC2-8A6C501AE93F}" dt="2025-01-06T06:29:34.909" v="68" actId="478"/>
          <ac:picMkLst>
            <pc:docMk/>
            <pc:sldMk cId="1981672907" sldId="2147479026"/>
            <ac:picMk id="3" creationId="{3A161B3E-F22D-D0E0-7002-4D99B82511AF}"/>
          </ac:picMkLst>
        </pc:picChg>
        <pc:picChg chg="del">
          <ac:chgData name="Zhang, H. (Aloise)" userId="669d39e4-d405-4618-abf0-c419d47f19fb" providerId="ADAL" clId="{BC0E1216-C53D-4CEA-8FC2-8A6C501AE93F}" dt="2025-01-06T06:28:53.900" v="59" actId="478"/>
          <ac:picMkLst>
            <pc:docMk/>
            <pc:sldMk cId="1981672907" sldId="2147479026"/>
            <ac:picMk id="4" creationId="{4DF3305D-C0FF-1EBD-C41A-D6298D28FC95}"/>
          </ac:picMkLst>
        </pc:picChg>
        <pc:picChg chg="add mod">
          <ac:chgData name="Zhang, H. (Aloise)" userId="669d39e4-d405-4618-abf0-c419d47f19fb" providerId="ADAL" clId="{BC0E1216-C53D-4CEA-8FC2-8A6C501AE93F}" dt="2025-01-06T06:29:04.978" v="64" actId="1076"/>
          <ac:picMkLst>
            <pc:docMk/>
            <pc:sldMk cId="1981672907" sldId="2147479026"/>
            <ac:picMk id="5" creationId="{26BE12C5-A563-E421-851C-F0A0066F93EC}"/>
          </ac:picMkLst>
        </pc:picChg>
        <pc:picChg chg="add mod">
          <ac:chgData name="Zhang, H. (Aloise)" userId="669d39e4-d405-4618-abf0-c419d47f19fb" providerId="ADAL" clId="{BC0E1216-C53D-4CEA-8FC2-8A6C501AE93F}" dt="2025-01-06T06:29:41.715" v="71" actId="14100"/>
          <ac:picMkLst>
            <pc:docMk/>
            <pc:sldMk cId="1981672907" sldId="2147479026"/>
            <ac:picMk id="7" creationId="{61B665A9-7745-53F6-1AC1-275545C332BE}"/>
          </ac:picMkLst>
        </pc:picChg>
      </pc:sldChg>
      <pc:sldChg chg="addSp delSp modSp mod">
        <pc:chgData name="Zhang, H. (Aloise)" userId="669d39e4-d405-4618-abf0-c419d47f19fb" providerId="ADAL" clId="{BC0E1216-C53D-4CEA-8FC2-8A6C501AE93F}" dt="2025-01-06T06:45:36.063" v="99" actId="1076"/>
        <pc:sldMkLst>
          <pc:docMk/>
          <pc:sldMk cId="2247022721" sldId="2147479027"/>
        </pc:sldMkLst>
        <pc:picChg chg="del">
          <ac:chgData name="Zhang, H. (Aloise)" userId="669d39e4-d405-4618-abf0-c419d47f19fb" providerId="ADAL" clId="{BC0E1216-C53D-4CEA-8FC2-8A6C501AE93F}" dt="2025-01-06T06:45:23.066" v="95" actId="478"/>
          <ac:picMkLst>
            <pc:docMk/>
            <pc:sldMk cId="2247022721" sldId="2147479027"/>
            <ac:picMk id="3" creationId="{8FBFEAC0-FEEB-B032-0DD5-E5DCA9657DD1}"/>
          </ac:picMkLst>
        </pc:picChg>
        <pc:picChg chg="add mod">
          <ac:chgData name="Zhang, H. (Aloise)" userId="669d39e4-d405-4618-abf0-c419d47f19fb" providerId="ADAL" clId="{BC0E1216-C53D-4CEA-8FC2-8A6C501AE93F}" dt="2025-01-06T06:45:36.063" v="99" actId="1076"/>
          <ac:picMkLst>
            <pc:docMk/>
            <pc:sldMk cId="2247022721" sldId="2147479027"/>
            <ac:picMk id="4" creationId="{7BF164BF-B2F6-85C3-EC9D-53497626F751}"/>
          </ac:picMkLst>
        </pc:picChg>
      </pc:sldChg>
      <pc:sldChg chg="addSp delSp modSp mod">
        <pc:chgData name="Zhang, H. (Aloise)" userId="669d39e4-d405-4618-abf0-c419d47f19fb" providerId="ADAL" clId="{BC0E1216-C53D-4CEA-8FC2-8A6C501AE93F}" dt="2025-01-06T06:46:22.926" v="104" actId="14100"/>
        <pc:sldMkLst>
          <pc:docMk/>
          <pc:sldMk cId="647177604" sldId="2147479028"/>
        </pc:sldMkLst>
        <pc:picChg chg="del">
          <ac:chgData name="Zhang, H. (Aloise)" userId="669d39e4-d405-4618-abf0-c419d47f19fb" providerId="ADAL" clId="{BC0E1216-C53D-4CEA-8FC2-8A6C501AE93F}" dt="2025-01-06T06:46:14.275" v="100" actId="478"/>
          <ac:picMkLst>
            <pc:docMk/>
            <pc:sldMk cId="647177604" sldId="2147479028"/>
            <ac:picMk id="3" creationId="{CF372FBD-4B1F-1D15-C1BA-BA570250CE16}"/>
          </ac:picMkLst>
        </pc:picChg>
        <pc:picChg chg="add mod">
          <ac:chgData name="Zhang, H. (Aloise)" userId="669d39e4-d405-4618-abf0-c419d47f19fb" providerId="ADAL" clId="{BC0E1216-C53D-4CEA-8FC2-8A6C501AE93F}" dt="2025-01-06T06:46:22.926" v="104" actId="14100"/>
          <ac:picMkLst>
            <pc:docMk/>
            <pc:sldMk cId="647177604" sldId="2147479028"/>
            <ac:picMk id="4" creationId="{6FC94A4D-4565-8872-A305-CA535DA0288E}"/>
          </ac:picMkLst>
        </pc:picChg>
      </pc:sldChg>
    </pc:docChg>
  </pc:docChgLst>
  <pc:docChgLst>
    <pc:chgData name="Zhang, H. (Aloise)" userId="669d39e4-d405-4618-abf0-c419d47f19fb" providerId="ADAL" clId="{BDF122C4-D0A6-4506-8160-3C95B82296ED}"/>
    <pc:docChg chg="custSel modSld">
      <pc:chgData name="Zhang, H. (Aloise)" userId="669d39e4-d405-4618-abf0-c419d47f19fb" providerId="ADAL" clId="{BDF122C4-D0A6-4506-8160-3C95B82296ED}" dt="2024-12-16T08:19:35.189" v="168" actId="1076"/>
      <pc:docMkLst>
        <pc:docMk/>
      </pc:docMkLst>
      <pc:sldChg chg="addSp delSp modSp mod">
        <pc:chgData name="Zhang, H. (Aloise)" userId="669d39e4-d405-4618-abf0-c419d47f19fb" providerId="ADAL" clId="{BDF122C4-D0A6-4506-8160-3C95B82296ED}" dt="2024-12-16T08:13:58.271" v="130" actId="20577"/>
        <pc:sldMkLst>
          <pc:docMk/>
          <pc:sldMk cId="3812344724" sldId="2147479015"/>
        </pc:sldMkLst>
        <pc:spChg chg="mod">
          <ac:chgData name="Zhang, H. (Aloise)" userId="669d39e4-d405-4618-abf0-c419d47f19fb" providerId="ADAL" clId="{BDF122C4-D0A6-4506-8160-3C95B82296ED}" dt="2024-12-16T08:13:58.271" v="130" actId="20577"/>
          <ac:spMkLst>
            <pc:docMk/>
            <pc:sldMk cId="3812344724" sldId="2147479015"/>
            <ac:spMk id="5" creationId="{C7EF06A6-1676-F2DB-C6C3-451D4029B238}"/>
          </ac:spMkLst>
        </pc:spChg>
        <pc:picChg chg="add del mod">
          <ac:chgData name="Zhang, H. (Aloise)" userId="669d39e4-d405-4618-abf0-c419d47f19fb" providerId="ADAL" clId="{BDF122C4-D0A6-4506-8160-3C95B82296ED}" dt="2024-12-16T08:13:34.713" v="122" actId="478"/>
          <ac:picMkLst>
            <pc:docMk/>
            <pc:sldMk cId="3812344724" sldId="2147479015"/>
            <ac:picMk id="3" creationId="{8231F250-1C2B-8D24-EEAA-A44F656B83BF}"/>
          </ac:picMkLst>
        </pc:picChg>
        <pc:picChg chg="del">
          <ac:chgData name="Zhang, H. (Aloise)" userId="669d39e4-d405-4618-abf0-c419d47f19fb" providerId="ADAL" clId="{BDF122C4-D0A6-4506-8160-3C95B82296ED}" dt="2024-12-10T01:19:14.902" v="28" actId="478"/>
          <ac:picMkLst>
            <pc:docMk/>
            <pc:sldMk cId="3812344724" sldId="2147479015"/>
            <ac:picMk id="4" creationId="{4B23CD55-08BD-4287-7BF3-07568E691D74}"/>
          </ac:picMkLst>
        </pc:picChg>
        <pc:picChg chg="add mod">
          <ac:chgData name="Zhang, H. (Aloise)" userId="669d39e4-d405-4618-abf0-c419d47f19fb" providerId="ADAL" clId="{BDF122C4-D0A6-4506-8160-3C95B82296ED}" dt="2024-12-16T08:13:20.276" v="121" actId="1076"/>
          <ac:picMkLst>
            <pc:docMk/>
            <pc:sldMk cId="3812344724" sldId="2147479015"/>
            <ac:picMk id="4" creationId="{8F88F424-B69F-59F8-C86E-F392FEE9578C}"/>
          </ac:picMkLst>
        </pc:picChg>
        <pc:picChg chg="add mod">
          <ac:chgData name="Zhang, H. (Aloise)" userId="669d39e4-d405-4618-abf0-c419d47f19fb" providerId="ADAL" clId="{BDF122C4-D0A6-4506-8160-3C95B82296ED}" dt="2024-12-16T08:13:46.583" v="128" actId="1076"/>
          <ac:picMkLst>
            <pc:docMk/>
            <pc:sldMk cId="3812344724" sldId="2147479015"/>
            <ac:picMk id="6" creationId="{3455E2EE-42C7-BE9D-A04C-1E079F05B5DF}"/>
          </ac:picMkLst>
        </pc:picChg>
        <pc:picChg chg="del">
          <ac:chgData name="Zhang, H. (Aloise)" userId="669d39e4-d405-4618-abf0-c419d47f19fb" providerId="ADAL" clId="{BDF122C4-D0A6-4506-8160-3C95B82296ED}" dt="2024-12-10T01:19:34.004" v="35" actId="478"/>
          <ac:picMkLst>
            <pc:docMk/>
            <pc:sldMk cId="3812344724" sldId="2147479015"/>
            <ac:picMk id="6" creationId="{AB42FAFD-E1FF-8551-A5B2-CD9ABAEE42EC}"/>
          </ac:picMkLst>
        </pc:picChg>
        <pc:picChg chg="add del mod">
          <ac:chgData name="Zhang, H. (Aloise)" userId="669d39e4-d405-4618-abf0-c419d47f19fb" providerId="ADAL" clId="{BDF122C4-D0A6-4506-8160-3C95B82296ED}" dt="2024-12-16T08:13:08.320" v="116" actId="478"/>
          <ac:picMkLst>
            <pc:docMk/>
            <pc:sldMk cId="3812344724" sldId="2147479015"/>
            <ac:picMk id="10" creationId="{D76A724B-EEA0-80B2-380E-8C656D8F1784}"/>
          </ac:picMkLst>
        </pc:picChg>
      </pc:sldChg>
      <pc:sldChg chg="addSp delSp modSp mod">
        <pc:chgData name="Zhang, H. (Aloise)" userId="669d39e4-d405-4618-abf0-c419d47f19fb" providerId="ADAL" clId="{BDF122C4-D0A6-4506-8160-3C95B82296ED}" dt="2024-12-16T08:16:22.600" v="148" actId="1076"/>
        <pc:sldMkLst>
          <pc:docMk/>
          <pc:sldMk cId="3615244666" sldId="2147479016"/>
        </pc:sldMkLst>
        <pc:picChg chg="add del mod">
          <ac:chgData name="Zhang, H. (Aloise)" userId="669d39e4-d405-4618-abf0-c419d47f19fb" providerId="ADAL" clId="{BDF122C4-D0A6-4506-8160-3C95B82296ED}" dt="2024-12-16T08:15:51.245" v="142" actId="478"/>
          <ac:picMkLst>
            <pc:docMk/>
            <pc:sldMk cId="3615244666" sldId="2147479016"/>
            <ac:picMk id="3" creationId="{86E8C984-8216-B60F-3824-08E6EB9247FB}"/>
          </ac:picMkLst>
        </pc:picChg>
        <pc:picChg chg="add del mod">
          <ac:chgData name="Zhang, H. (Aloise)" userId="669d39e4-d405-4618-abf0-c419d47f19fb" providerId="ADAL" clId="{BDF122C4-D0A6-4506-8160-3C95B82296ED}" dt="2024-12-16T08:16:07.865" v="146" actId="478"/>
          <ac:picMkLst>
            <pc:docMk/>
            <pc:sldMk cId="3615244666" sldId="2147479016"/>
            <ac:picMk id="4" creationId="{B334277E-7E8B-1357-30B7-7E21053E753E}"/>
          </ac:picMkLst>
        </pc:picChg>
        <pc:picChg chg="add mod">
          <ac:chgData name="Zhang, H. (Aloise)" userId="669d39e4-d405-4618-abf0-c419d47f19fb" providerId="ADAL" clId="{BDF122C4-D0A6-4506-8160-3C95B82296ED}" dt="2024-12-16T08:16:05.468" v="145" actId="1076"/>
          <ac:picMkLst>
            <pc:docMk/>
            <pc:sldMk cId="3615244666" sldId="2147479016"/>
            <ac:picMk id="6" creationId="{2841EFB5-F3BE-EDDF-7C41-C750F72F2F88}"/>
          </ac:picMkLst>
        </pc:picChg>
        <pc:picChg chg="del">
          <ac:chgData name="Zhang, H. (Aloise)" userId="669d39e4-d405-4618-abf0-c419d47f19fb" providerId="ADAL" clId="{BDF122C4-D0A6-4506-8160-3C95B82296ED}" dt="2024-12-10T01:35:45.337" v="59" actId="478"/>
          <ac:picMkLst>
            <pc:docMk/>
            <pc:sldMk cId="3615244666" sldId="2147479016"/>
            <ac:picMk id="6" creationId="{A5643422-7134-C2F0-5B57-91D785ED0345}"/>
          </ac:picMkLst>
        </pc:picChg>
        <pc:picChg chg="add mod">
          <ac:chgData name="Zhang, H. (Aloise)" userId="669d39e4-d405-4618-abf0-c419d47f19fb" providerId="ADAL" clId="{BDF122C4-D0A6-4506-8160-3C95B82296ED}" dt="2024-12-16T08:16:22.600" v="148" actId="1076"/>
          <ac:picMkLst>
            <pc:docMk/>
            <pc:sldMk cId="3615244666" sldId="2147479016"/>
            <ac:picMk id="7" creationId="{F46A60D3-C2CC-BAE4-73E0-7AB821093903}"/>
          </ac:picMkLst>
        </pc:picChg>
      </pc:sldChg>
      <pc:sldChg chg="addSp delSp modSp mod">
        <pc:chgData name="Zhang, H. (Aloise)" userId="669d39e4-d405-4618-abf0-c419d47f19fb" providerId="ADAL" clId="{BDF122C4-D0A6-4506-8160-3C95B82296ED}" dt="2024-12-10T01:38:29.744" v="76" actId="1076"/>
        <pc:sldMkLst>
          <pc:docMk/>
          <pc:sldMk cId="3095730842" sldId="2147479018"/>
        </pc:sldMkLst>
        <pc:spChg chg="del">
          <ac:chgData name="Zhang, H. (Aloise)" userId="669d39e4-d405-4618-abf0-c419d47f19fb" providerId="ADAL" clId="{BDF122C4-D0A6-4506-8160-3C95B82296ED}" dt="2024-12-10T01:38:25.729" v="75" actId="478"/>
          <ac:spMkLst>
            <pc:docMk/>
            <pc:sldMk cId="3095730842" sldId="2147479018"/>
            <ac:spMk id="6" creationId="{6043614A-E02E-ADB9-B922-03E0C51608CC}"/>
          </ac:spMkLst>
        </pc:spChg>
        <pc:picChg chg="del">
          <ac:chgData name="Zhang, H. (Aloise)" userId="669d39e4-d405-4618-abf0-c419d47f19fb" providerId="ADAL" clId="{BDF122C4-D0A6-4506-8160-3C95B82296ED}" dt="2024-12-10T01:38:17.600" v="72" actId="478"/>
          <ac:picMkLst>
            <pc:docMk/>
            <pc:sldMk cId="3095730842" sldId="2147479018"/>
            <ac:picMk id="3" creationId="{47A571F3-95CC-1FE8-69AA-6336F8E7480E}"/>
          </ac:picMkLst>
        </pc:picChg>
        <pc:picChg chg="add mod">
          <ac:chgData name="Zhang, H. (Aloise)" userId="669d39e4-d405-4618-abf0-c419d47f19fb" providerId="ADAL" clId="{BDF122C4-D0A6-4506-8160-3C95B82296ED}" dt="2024-12-10T01:38:29.744" v="76" actId="1076"/>
          <ac:picMkLst>
            <pc:docMk/>
            <pc:sldMk cId="3095730842" sldId="2147479018"/>
            <ac:picMk id="4" creationId="{6BE2FA52-0E6D-A9A5-ECD3-7B15DCDDCDDE}"/>
          </ac:picMkLst>
        </pc:picChg>
      </pc:sldChg>
      <pc:sldChg chg="addSp delSp modSp mod">
        <pc:chgData name="Zhang, H. (Aloise)" userId="669d39e4-d405-4618-abf0-c419d47f19fb" providerId="ADAL" clId="{BDF122C4-D0A6-4506-8160-3C95B82296ED}" dt="2024-12-16T08:19:35.189" v="168" actId="1076"/>
        <pc:sldMkLst>
          <pc:docMk/>
          <pc:sldMk cId="1268562801" sldId="2147479019"/>
        </pc:sldMkLst>
        <pc:picChg chg="add mod">
          <ac:chgData name="Zhang, H. (Aloise)" userId="669d39e4-d405-4618-abf0-c419d47f19fb" providerId="ADAL" clId="{BDF122C4-D0A6-4506-8160-3C95B82296ED}" dt="2024-12-16T08:19:35.189" v="168" actId="1076"/>
          <ac:picMkLst>
            <pc:docMk/>
            <pc:sldMk cId="1268562801" sldId="2147479019"/>
            <ac:picMk id="3" creationId="{BE2CDC68-91DF-DA80-0CC4-1CB2A02DDF17}"/>
          </ac:picMkLst>
        </pc:picChg>
        <pc:picChg chg="del">
          <ac:chgData name="Zhang, H. (Aloise)" userId="669d39e4-d405-4618-abf0-c419d47f19fb" providerId="ADAL" clId="{BDF122C4-D0A6-4506-8160-3C95B82296ED}" dt="2024-12-10T02:11:56.053" v="103" actId="478"/>
          <ac:picMkLst>
            <pc:docMk/>
            <pc:sldMk cId="1268562801" sldId="2147479019"/>
            <ac:picMk id="3" creationId="{E943A80E-7B07-0A9D-4EDD-8CEB67B953B4}"/>
          </ac:picMkLst>
        </pc:picChg>
        <pc:picChg chg="add del mod">
          <ac:chgData name="Zhang, H. (Aloise)" userId="669d39e4-d405-4618-abf0-c419d47f19fb" providerId="ADAL" clId="{BDF122C4-D0A6-4506-8160-3C95B82296ED}" dt="2024-12-16T08:19:18.587" v="161" actId="478"/>
          <ac:picMkLst>
            <pc:docMk/>
            <pc:sldMk cId="1268562801" sldId="2147479019"/>
            <ac:picMk id="4" creationId="{EBC57EF0-505D-F4E9-B0BE-05CDF320B749}"/>
          </ac:picMkLst>
        </pc:picChg>
        <pc:picChg chg="add del mod">
          <ac:chgData name="Zhang, H. (Aloise)" userId="669d39e4-d405-4618-abf0-c419d47f19fb" providerId="ADAL" clId="{BDF122C4-D0A6-4506-8160-3C95B82296ED}" dt="2024-12-16T08:18:45.214" v="155" actId="478"/>
          <ac:picMkLst>
            <pc:docMk/>
            <pc:sldMk cId="1268562801" sldId="2147479019"/>
            <ac:picMk id="5" creationId="{949CA257-72B6-F9D8-52ED-597C8722FFB1}"/>
          </ac:picMkLst>
        </pc:picChg>
        <pc:picChg chg="del">
          <ac:chgData name="Zhang, H. (Aloise)" userId="669d39e4-d405-4618-abf0-c419d47f19fb" providerId="ADAL" clId="{BDF122C4-D0A6-4506-8160-3C95B82296ED}" dt="2024-12-10T02:11:36.197" v="96" actId="478"/>
          <ac:picMkLst>
            <pc:docMk/>
            <pc:sldMk cId="1268562801" sldId="2147479019"/>
            <ac:picMk id="7" creationId="{48BD0337-B102-6682-425A-985915AF1A22}"/>
          </ac:picMkLst>
        </pc:picChg>
        <pc:picChg chg="add mod">
          <ac:chgData name="Zhang, H. (Aloise)" userId="669d39e4-d405-4618-abf0-c419d47f19fb" providerId="ADAL" clId="{BDF122C4-D0A6-4506-8160-3C95B82296ED}" dt="2024-12-16T08:19:32.178" v="167" actId="1076"/>
          <ac:picMkLst>
            <pc:docMk/>
            <pc:sldMk cId="1268562801" sldId="2147479019"/>
            <ac:picMk id="7" creationId="{F854765D-4029-2F75-BD9D-6F94DFEF9CBA}"/>
          </ac:picMkLst>
        </pc:picChg>
      </pc:sldChg>
      <pc:sldChg chg="addSp delSp modSp mod">
        <pc:chgData name="Zhang, H. (Aloise)" userId="669d39e4-d405-4618-abf0-c419d47f19fb" providerId="ADAL" clId="{BDF122C4-D0A6-4506-8160-3C95B82296ED}" dt="2024-12-10T01:50:29.876" v="86" actId="478"/>
        <pc:sldMkLst>
          <pc:docMk/>
          <pc:sldMk cId="261761247" sldId="2147479020"/>
        </pc:sldMkLst>
        <pc:spChg chg="del">
          <ac:chgData name="Zhang, H. (Aloise)" userId="669d39e4-d405-4618-abf0-c419d47f19fb" providerId="ADAL" clId="{BDF122C4-D0A6-4506-8160-3C95B82296ED}" dt="2024-12-10T01:50:29.876" v="86" actId="478"/>
          <ac:spMkLst>
            <pc:docMk/>
            <pc:sldMk cId="261761247" sldId="2147479020"/>
            <ac:spMk id="6" creationId="{E5F3BD95-1896-4199-F09D-16D83D525A2F}"/>
          </ac:spMkLst>
        </pc:spChg>
        <pc:picChg chg="del">
          <ac:chgData name="Zhang, H. (Aloise)" userId="669d39e4-d405-4618-abf0-c419d47f19fb" providerId="ADAL" clId="{BDF122C4-D0A6-4506-8160-3C95B82296ED}" dt="2024-12-10T01:40:28.842" v="77" actId="478"/>
          <ac:picMkLst>
            <pc:docMk/>
            <pc:sldMk cId="261761247" sldId="2147479020"/>
            <ac:picMk id="3" creationId="{AC40F7E7-623F-0CC6-B48D-36C66BF6110A}"/>
          </ac:picMkLst>
        </pc:picChg>
        <pc:picChg chg="add del mod">
          <ac:chgData name="Zhang, H. (Aloise)" userId="669d39e4-d405-4618-abf0-c419d47f19fb" providerId="ADAL" clId="{BDF122C4-D0A6-4506-8160-3C95B82296ED}" dt="2024-12-10T01:50:07.371" v="81" actId="478"/>
          <ac:picMkLst>
            <pc:docMk/>
            <pc:sldMk cId="261761247" sldId="2147479020"/>
            <ac:picMk id="4" creationId="{AE739BDB-7916-BA6B-756A-6C5E70835E52}"/>
          </ac:picMkLst>
        </pc:picChg>
        <pc:picChg chg="add mod">
          <ac:chgData name="Zhang, H. (Aloise)" userId="669d39e4-d405-4618-abf0-c419d47f19fb" providerId="ADAL" clId="{BDF122C4-D0A6-4506-8160-3C95B82296ED}" dt="2024-12-10T01:50:24.564" v="85" actId="1076"/>
          <ac:picMkLst>
            <pc:docMk/>
            <pc:sldMk cId="261761247" sldId="2147479020"/>
            <ac:picMk id="5" creationId="{5404796E-CB1A-5FEA-A33C-51019B8599CF}"/>
          </ac:picMkLst>
        </pc:picChg>
      </pc:sldChg>
      <pc:sldChg chg="addSp delSp modSp mod">
        <pc:chgData name="Zhang, H. (Aloise)" userId="669d39e4-d405-4618-abf0-c419d47f19fb" providerId="ADAL" clId="{BDF122C4-D0A6-4506-8160-3C95B82296ED}" dt="2024-12-16T08:16:48.361" v="154" actId="14100"/>
        <pc:sldMkLst>
          <pc:docMk/>
          <pc:sldMk cId="3934647177" sldId="2147479023"/>
        </pc:sldMkLst>
        <pc:picChg chg="add del mod">
          <ac:chgData name="Zhang, H. (Aloise)" userId="669d39e4-d405-4618-abf0-c419d47f19fb" providerId="ADAL" clId="{BDF122C4-D0A6-4506-8160-3C95B82296ED}" dt="2024-12-16T08:16:39.973" v="149" actId="478"/>
          <ac:picMkLst>
            <pc:docMk/>
            <pc:sldMk cId="3934647177" sldId="2147479023"/>
            <ac:picMk id="3" creationId="{0A3F6A34-5399-4726-B9BE-1D90F84B6642}"/>
          </ac:picMkLst>
        </pc:picChg>
        <pc:picChg chg="del">
          <ac:chgData name="Zhang, H. (Aloise)" userId="669d39e4-d405-4618-abf0-c419d47f19fb" providerId="ADAL" clId="{BDF122C4-D0A6-4506-8160-3C95B82296ED}" dt="2024-12-10T01:37:38.851" v="67" actId="478"/>
          <ac:picMkLst>
            <pc:docMk/>
            <pc:sldMk cId="3934647177" sldId="2147479023"/>
            <ac:picMk id="4" creationId="{82C26699-4254-CAE7-18FC-AA3914B84BED}"/>
          </ac:picMkLst>
        </pc:picChg>
        <pc:picChg chg="add mod">
          <ac:chgData name="Zhang, H. (Aloise)" userId="669d39e4-d405-4618-abf0-c419d47f19fb" providerId="ADAL" clId="{BDF122C4-D0A6-4506-8160-3C95B82296ED}" dt="2024-12-16T08:16:48.361" v="154" actId="14100"/>
          <ac:picMkLst>
            <pc:docMk/>
            <pc:sldMk cId="3934647177" sldId="2147479023"/>
            <ac:picMk id="4" creationId="{8F07ADCA-10B1-AE4F-B80E-08D350B16240}"/>
          </ac:picMkLst>
        </pc:picChg>
      </pc:sldChg>
      <pc:sldChg chg="addSp delSp modSp mod">
        <pc:chgData name="Zhang, H. (Aloise)" userId="669d39e4-d405-4618-abf0-c419d47f19fb" providerId="ADAL" clId="{BDF122C4-D0A6-4506-8160-3C95B82296ED}" dt="2024-12-10T01:19:04.565" v="27" actId="20577"/>
        <pc:sldMkLst>
          <pc:docMk/>
          <pc:sldMk cId="2658016897" sldId="2147479024"/>
        </pc:sldMkLst>
        <pc:spChg chg="mod">
          <ac:chgData name="Zhang, H. (Aloise)" userId="669d39e4-d405-4618-abf0-c419d47f19fb" providerId="ADAL" clId="{BDF122C4-D0A6-4506-8160-3C95B82296ED}" dt="2024-12-10T01:15:32.925" v="13" actId="20577"/>
          <ac:spMkLst>
            <pc:docMk/>
            <pc:sldMk cId="2658016897" sldId="2147479024"/>
            <ac:spMk id="2" creationId="{2D43AD39-CEEC-4931-8462-9D9324EB97C9}"/>
          </ac:spMkLst>
        </pc:spChg>
        <pc:spChg chg="mod">
          <ac:chgData name="Zhang, H. (Aloise)" userId="669d39e4-d405-4618-abf0-c419d47f19fb" providerId="ADAL" clId="{BDF122C4-D0A6-4506-8160-3C95B82296ED}" dt="2024-12-10T01:19:04.565" v="27" actId="20577"/>
          <ac:spMkLst>
            <pc:docMk/>
            <pc:sldMk cId="2658016897" sldId="2147479024"/>
            <ac:spMk id="4" creationId="{87568A90-6390-F1E0-E603-2B1626E64BE3}"/>
          </ac:spMkLst>
        </pc:spChg>
        <pc:picChg chg="del">
          <ac:chgData name="Zhang, H. (Aloise)" userId="669d39e4-d405-4618-abf0-c419d47f19fb" providerId="ADAL" clId="{BDF122C4-D0A6-4506-8160-3C95B82296ED}" dt="2024-12-10T01:16:11.160" v="14" actId="478"/>
          <ac:picMkLst>
            <pc:docMk/>
            <pc:sldMk cId="2658016897" sldId="2147479024"/>
            <ac:picMk id="3" creationId="{A223BF70-60E9-2843-4B1C-A3A6537D198D}"/>
          </ac:picMkLst>
        </pc:picChg>
        <pc:picChg chg="add mod">
          <ac:chgData name="Zhang, H. (Aloise)" userId="669d39e4-d405-4618-abf0-c419d47f19fb" providerId="ADAL" clId="{BDF122C4-D0A6-4506-8160-3C95B82296ED}" dt="2024-12-10T01:16:39.603" v="18" actId="1076"/>
          <ac:picMkLst>
            <pc:docMk/>
            <pc:sldMk cId="2658016897" sldId="2147479024"/>
            <ac:picMk id="5" creationId="{47B8D25B-D2B9-EB1F-018E-5E1644212112}"/>
          </ac:picMkLst>
        </pc:picChg>
      </pc:sldChg>
      <pc:sldChg chg="addSp delSp modSp mod">
        <pc:chgData name="Zhang, H. (Aloise)" userId="669d39e4-d405-4618-abf0-c419d47f19fb" providerId="ADAL" clId="{BDF122C4-D0A6-4506-8160-3C95B82296ED}" dt="2024-12-16T08:15:29.110" v="141" actId="1076"/>
        <pc:sldMkLst>
          <pc:docMk/>
          <pc:sldMk cId="1981672907" sldId="2147479026"/>
        </pc:sldMkLst>
        <pc:spChg chg="mod">
          <ac:chgData name="Zhang, H. (Aloise)" userId="669d39e4-d405-4618-abf0-c419d47f19fb" providerId="ADAL" clId="{BDF122C4-D0A6-4506-8160-3C95B82296ED}" dt="2024-12-16T08:15:06.448" v="135" actId="20577"/>
          <ac:spMkLst>
            <pc:docMk/>
            <pc:sldMk cId="1981672907" sldId="2147479026"/>
            <ac:spMk id="6" creationId="{3521DAEB-21E2-8D72-F4ED-DAE10DED5D1C}"/>
          </ac:spMkLst>
        </pc:spChg>
        <pc:picChg chg="add mod">
          <ac:chgData name="Zhang, H. (Aloise)" userId="669d39e4-d405-4618-abf0-c419d47f19fb" providerId="ADAL" clId="{BDF122C4-D0A6-4506-8160-3C95B82296ED}" dt="2024-12-16T08:15:02.843" v="134" actId="14100"/>
          <ac:picMkLst>
            <pc:docMk/>
            <pc:sldMk cId="1981672907" sldId="2147479026"/>
            <ac:picMk id="3" creationId="{3A161B3E-F22D-D0E0-7002-4D99B82511AF}"/>
          </ac:picMkLst>
        </pc:picChg>
        <pc:picChg chg="del">
          <ac:chgData name="Zhang, H. (Aloise)" userId="669d39e4-d405-4618-abf0-c419d47f19fb" providerId="ADAL" clId="{BDF122C4-D0A6-4506-8160-3C95B82296ED}" dt="2024-12-10T01:22:18.875" v="45" actId="478"/>
          <ac:picMkLst>
            <pc:docMk/>
            <pc:sldMk cId="1981672907" sldId="2147479026"/>
            <ac:picMk id="3" creationId="{3C198369-1B75-839A-F557-6374B753A3EC}"/>
          </ac:picMkLst>
        </pc:picChg>
        <pc:picChg chg="add mod">
          <ac:chgData name="Zhang, H. (Aloise)" userId="669d39e4-d405-4618-abf0-c419d47f19fb" providerId="ADAL" clId="{BDF122C4-D0A6-4506-8160-3C95B82296ED}" dt="2024-12-16T08:15:29.110" v="141" actId="1076"/>
          <ac:picMkLst>
            <pc:docMk/>
            <pc:sldMk cId="1981672907" sldId="2147479026"/>
            <ac:picMk id="4" creationId="{4DF3305D-C0FF-1EBD-C41A-D6298D28FC95}"/>
          </ac:picMkLst>
        </pc:picChg>
        <pc:picChg chg="del">
          <ac:chgData name="Zhang, H. (Aloise)" userId="669d39e4-d405-4618-abf0-c419d47f19fb" providerId="ADAL" clId="{BDF122C4-D0A6-4506-8160-3C95B82296ED}" dt="2024-12-10T01:21:41.751" v="41" actId="478"/>
          <ac:picMkLst>
            <pc:docMk/>
            <pc:sldMk cId="1981672907" sldId="2147479026"/>
            <ac:picMk id="4" creationId="{A42E2827-F807-73B4-9FD4-B14D6DD94515}"/>
          </ac:picMkLst>
        </pc:picChg>
        <pc:picChg chg="add del mod">
          <ac:chgData name="Zhang, H. (Aloise)" userId="669d39e4-d405-4618-abf0-c419d47f19fb" providerId="ADAL" clId="{BDF122C4-D0A6-4506-8160-3C95B82296ED}" dt="2024-12-16T08:14:55.323" v="131" actId="478"/>
          <ac:picMkLst>
            <pc:docMk/>
            <pc:sldMk cId="1981672907" sldId="2147479026"/>
            <ac:picMk id="5" creationId="{92B35E6B-B0E2-5F33-447A-15420446905D}"/>
          </ac:picMkLst>
        </pc:picChg>
        <pc:picChg chg="add del mod">
          <ac:chgData name="Zhang, H. (Aloise)" userId="669d39e4-d405-4618-abf0-c419d47f19fb" providerId="ADAL" clId="{BDF122C4-D0A6-4506-8160-3C95B82296ED}" dt="2024-12-16T08:15:17.503" v="136" actId="478"/>
          <ac:picMkLst>
            <pc:docMk/>
            <pc:sldMk cId="1981672907" sldId="2147479026"/>
            <ac:picMk id="7" creationId="{3A73462D-36AF-DFF4-979C-987F1E1AD34D}"/>
          </ac:picMkLst>
        </pc:picChg>
      </pc:sldChg>
      <pc:sldChg chg="addSp delSp modSp mod">
        <pc:chgData name="Zhang, H. (Aloise)" userId="669d39e4-d405-4618-abf0-c419d47f19fb" providerId="ADAL" clId="{BDF122C4-D0A6-4506-8160-3C95B82296ED}" dt="2024-12-10T01:51:48.615" v="90" actId="1076"/>
        <pc:sldMkLst>
          <pc:docMk/>
          <pc:sldMk cId="2247022721" sldId="2147479027"/>
        </pc:sldMkLst>
        <pc:picChg chg="add mod">
          <ac:chgData name="Zhang, H. (Aloise)" userId="669d39e4-d405-4618-abf0-c419d47f19fb" providerId="ADAL" clId="{BDF122C4-D0A6-4506-8160-3C95B82296ED}" dt="2024-12-10T01:51:48.615" v="90" actId="1076"/>
          <ac:picMkLst>
            <pc:docMk/>
            <pc:sldMk cId="2247022721" sldId="2147479027"/>
            <ac:picMk id="3" creationId="{8FBFEAC0-FEEB-B032-0DD5-E5DCA9657DD1}"/>
          </ac:picMkLst>
        </pc:picChg>
        <pc:picChg chg="del">
          <ac:chgData name="Zhang, H. (Aloise)" userId="669d39e4-d405-4618-abf0-c419d47f19fb" providerId="ADAL" clId="{BDF122C4-D0A6-4506-8160-3C95B82296ED}" dt="2024-12-10T01:51:41.661" v="87" actId="478"/>
          <ac:picMkLst>
            <pc:docMk/>
            <pc:sldMk cId="2247022721" sldId="2147479027"/>
            <ac:picMk id="4" creationId="{4ED7D695-AB85-832B-BEE5-F0331B6ED55C}"/>
          </ac:picMkLst>
        </pc:picChg>
      </pc:sldChg>
      <pc:sldChg chg="addSp delSp modSp mod">
        <pc:chgData name="Zhang, H. (Aloise)" userId="669d39e4-d405-4618-abf0-c419d47f19fb" providerId="ADAL" clId="{BDF122C4-D0A6-4506-8160-3C95B82296ED}" dt="2024-12-10T04:59:34.540" v="115" actId="14100"/>
        <pc:sldMkLst>
          <pc:docMk/>
          <pc:sldMk cId="647177604" sldId="2147479028"/>
        </pc:sldMkLst>
        <pc:picChg chg="del">
          <ac:chgData name="Zhang, H. (Aloise)" userId="669d39e4-d405-4618-abf0-c419d47f19fb" providerId="ADAL" clId="{BDF122C4-D0A6-4506-8160-3C95B82296ED}" dt="2024-12-10T01:53:34.694" v="91" actId="478"/>
          <ac:picMkLst>
            <pc:docMk/>
            <pc:sldMk cId="647177604" sldId="2147479028"/>
            <ac:picMk id="3" creationId="{9511F9D5-D2FD-1F6F-A36B-7F00EA24700F}"/>
          </ac:picMkLst>
        </pc:picChg>
        <pc:picChg chg="add mod">
          <ac:chgData name="Zhang, H. (Aloise)" userId="669d39e4-d405-4618-abf0-c419d47f19fb" providerId="ADAL" clId="{BDF122C4-D0A6-4506-8160-3C95B82296ED}" dt="2024-12-10T04:59:34.540" v="115" actId="14100"/>
          <ac:picMkLst>
            <pc:docMk/>
            <pc:sldMk cId="647177604" sldId="2147479028"/>
            <ac:picMk id="3" creationId="{CF372FBD-4B1F-1D15-C1BA-BA570250CE16}"/>
          </ac:picMkLst>
        </pc:picChg>
        <pc:picChg chg="add del mod">
          <ac:chgData name="Zhang, H. (Aloise)" userId="669d39e4-d405-4618-abf0-c419d47f19fb" providerId="ADAL" clId="{BDF122C4-D0A6-4506-8160-3C95B82296ED}" dt="2024-12-10T04:58:59.127" v="109" actId="478"/>
          <ac:picMkLst>
            <pc:docMk/>
            <pc:sldMk cId="647177604" sldId="2147479028"/>
            <ac:picMk id="4" creationId="{5BBC3952-FF45-C70D-CC84-0B3E7C34B42F}"/>
          </ac:picMkLst>
        </pc:picChg>
      </pc:sldChg>
    </pc:docChg>
  </pc:docChgLst>
  <pc:docChgLst>
    <pc:chgData name="Zhang, H. (Aloise)" userId="669d39e4-d405-4618-abf0-c419d47f19fb" providerId="ADAL" clId="{CC281D46-979C-4DE4-9E28-A573AF5D4ABA}"/>
    <pc:docChg chg="custSel modSld">
      <pc:chgData name="Zhang, H. (Aloise)" userId="669d39e4-d405-4618-abf0-c419d47f19fb" providerId="ADAL" clId="{CC281D46-979C-4DE4-9E28-A573AF5D4ABA}" dt="2025-03-11T00:35:03.622" v="211" actId="20577"/>
      <pc:docMkLst>
        <pc:docMk/>
      </pc:docMkLst>
      <pc:sldChg chg="addSp delSp modSp mod">
        <pc:chgData name="Zhang, H. (Aloise)" userId="669d39e4-d405-4618-abf0-c419d47f19fb" providerId="ADAL" clId="{CC281D46-979C-4DE4-9E28-A573AF5D4ABA}" dt="2025-03-10T05:39:37.966" v="55" actId="14100"/>
        <pc:sldMkLst>
          <pc:docMk/>
          <pc:sldMk cId="3812344724" sldId="2147479015"/>
        </pc:sldMkLst>
        <pc:spChg chg="mod">
          <ac:chgData name="Zhang, H. (Aloise)" userId="669d39e4-d405-4618-abf0-c419d47f19fb" providerId="ADAL" clId="{CC281D46-979C-4DE4-9E28-A573AF5D4ABA}" dt="2025-03-10T05:38:12.309" v="37" actId="20577"/>
          <ac:spMkLst>
            <pc:docMk/>
            <pc:sldMk cId="3812344724" sldId="2147479015"/>
            <ac:spMk id="2" creationId="{2D43AD39-CEEC-4931-8462-9D9324EB97C9}"/>
          </ac:spMkLst>
        </pc:spChg>
        <pc:spChg chg="mod">
          <ac:chgData name="Zhang, H. (Aloise)" userId="669d39e4-d405-4618-abf0-c419d47f19fb" providerId="ADAL" clId="{CC281D46-979C-4DE4-9E28-A573AF5D4ABA}" dt="2025-03-10T05:39:05.780" v="50" actId="20577"/>
          <ac:spMkLst>
            <pc:docMk/>
            <pc:sldMk cId="3812344724" sldId="2147479015"/>
            <ac:spMk id="5" creationId="{C7EF06A6-1676-F2DB-C6C3-451D4029B238}"/>
          </ac:spMkLst>
        </pc:spChg>
        <pc:picChg chg="add mod">
          <ac:chgData name="Zhang, H. (Aloise)" userId="669d39e4-d405-4618-abf0-c419d47f19fb" providerId="ADAL" clId="{CC281D46-979C-4DE4-9E28-A573AF5D4ABA}" dt="2025-03-10T05:38:48.218" v="41" actId="14100"/>
          <ac:picMkLst>
            <pc:docMk/>
            <pc:sldMk cId="3812344724" sldId="2147479015"/>
            <ac:picMk id="3" creationId="{84F20985-2C45-60A3-8418-9BC04CF66371}"/>
          </ac:picMkLst>
        </pc:picChg>
        <pc:picChg chg="del">
          <ac:chgData name="Zhang, H. (Aloise)" userId="669d39e4-d405-4618-abf0-c419d47f19fb" providerId="ADAL" clId="{CC281D46-979C-4DE4-9E28-A573AF5D4ABA}" dt="2025-03-10T05:38:40.478" v="38" actId="478"/>
          <ac:picMkLst>
            <pc:docMk/>
            <pc:sldMk cId="3812344724" sldId="2147479015"/>
            <ac:picMk id="4" creationId="{A53952C8-55FF-2FB6-76BE-3A3FC04855CE}"/>
          </ac:picMkLst>
        </pc:picChg>
        <pc:picChg chg="del">
          <ac:chgData name="Zhang, H. (Aloise)" userId="669d39e4-d405-4618-abf0-c419d47f19fb" providerId="ADAL" clId="{CC281D46-979C-4DE4-9E28-A573AF5D4ABA}" dt="2025-03-10T05:39:29.743" v="51" actId="478"/>
          <ac:picMkLst>
            <pc:docMk/>
            <pc:sldMk cId="3812344724" sldId="2147479015"/>
            <ac:picMk id="6" creationId="{89F14250-FAA2-BF56-3448-9B702A35BD70}"/>
          </ac:picMkLst>
        </pc:picChg>
        <pc:picChg chg="add mod">
          <ac:chgData name="Zhang, H. (Aloise)" userId="669d39e4-d405-4618-abf0-c419d47f19fb" providerId="ADAL" clId="{CC281D46-979C-4DE4-9E28-A573AF5D4ABA}" dt="2025-03-10T05:39:37.966" v="55" actId="14100"/>
          <ac:picMkLst>
            <pc:docMk/>
            <pc:sldMk cId="3812344724" sldId="2147479015"/>
            <ac:picMk id="10" creationId="{F7F481B5-864C-40DA-F7AE-0AAE6B211794}"/>
          </ac:picMkLst>
        </pc:picChg>
      </pc:sldChg>
      <pc:sldChg chg="addSp delSp modSp mod">
        <pc:chgData name="Zhang, H. (Aloise)" userId="669d39e4-d405-4618-abf0-c419d47f19fb" providerId="ADAL" clId="{CC281D46-979C-4DE4-9E28-A573AF5D4ABA}" dt="2025-03-10T05:44:03.547" v="82" actId="1076"/>
        <pc:sldMkLst>
          <pc:docMk/>
          <pc:sldMk cId="3615244666" sldId="2147479016"/>
        </pc:sldMkLst>
        <pc:picChg chg="del">
          <ac:chgData name="Zhang, H. (Aloise)" userId="669d39e4-d405-4618-abf0-c419d47f19fb" providerId="ADAL" clId="{CC281D46-979C-4DE4-9E28-A573AF5D4ABA}" dt="2025-03-10T05:42:48.402" v="72" actId="478"/>
          <ac:picMkLst>
            <pc:docMk/>
            <pc:sldMk cId="3615244666" sldId="2147479016"/>
            <ac:picMk id="3" creationId="{9321AC85-0889-DA89-6DB6-9359BE626C30}"/>
          </ac:picMkLst>
        </pc:picChg>
        <pc:picChg chg="add mod">
          <ac:chgData name="Zhang, H. (Aloise)" userId="669d39e4-d405-4618-abf0-c419d47f19fb" providerId="ADAL" clId="{CC281D46-979C-4DE4-9E28-A573AF5D4ABA}" dt="2025-03-10T05:44:03.547" v="82" actId="1076"/>
          <ac:picMkLst>
            <pc:docMk/>
            <pc:sldMk cId="3615244666" sldId="2147479016"/>
            <ac:picMk id="4" creationId="{E8E4D25A-3A6C-EFCE-0CB4-25951FD866D5}"/>
          </ac:picMkLst>
        </pc:picChg>
        <pc:picChg chg="del">
          <ac:chgData name="Zhang, H. (Aloise)" userId="669d39e4-d405-4618-abf0-c419d47f19fb" providerId="ADAL" clId="{CC281D46-979C-4DE4-9E28-A573AF5D4ABA}" dt="2025-03-10T05:43:48.652" v="77" actId="478"/>
          <ac:picMkLst>
            <pc:docMk/>
            <pc:sldMk cId="3615244666" sldId="2147479016"/>
            <ac:picMk id="6" creationId="{E1DA5DB8-134E-098D-F17D-D294DF894ECB}"/>
          </ac:picMkLst>
        </pc:picChg>
        <pc:picChg chg="add mod">
          <ac:chgData name="Zhang, H. (Aloise)" userId="669d39e4-d405-4618-abf0-c419d47f19fb" providerId="ADAL" clId="{CC281D46-979C-4DE4-9E28-A573AF5D4ABA}" dt="2025-03-10T05:43:55.835" v="80" actId="1076"/>
          <ac:picMkLst>
            <pc:docMk/>
            <pc:sldMk cId="3615244666" sldId="2147479016"/>
            <ac:picMk id="7" creationId="{AAE66B4D-EBBC-0487-6625-0F54D57D6F27}"/>
          </ac:picMkLst>
        </pc:picChg>
      </pc:sldChg>
      <pc:sldChg chg="addSp delSp modSp mod">
        <pc:chgData name="Zhang, H. (Aloise)" userId="669d39e4-d405-4618-abf0-c419d47f19fb" providerId="ADAL" clId="{CC281D46-979C-4DE4-9E28-A573AF5D4ABA}" dt="2025-03-10T05:47:59.689" v="91" actId="1076"/>
        <pc:sldMkLst>
          <pc:docMk/>
          <pc:sldMk cId="3095730842" sldId="2147479018"/>
        </pc:sldMkLst>
        <pc:picChg chg="add mod">
          <ac:chgData name="Zhang, H. (Aloise)" userId="669d39e4-d405-4618-abf0-c419d47f19fb" providerId="ADAL" clId="{CC281D46-979C-4DE4-9E28-A573AF5D4ABA}" dt="2025-03-10T05:47:59.689" v="91" actId="1076"/>
          <ac:picMkLst>
            <pc:docMk/>
            <pc:sldMk cId="3095730842" sldId="2147479018"/>
            <ac:picMk id="3" creationId="{9A9A835C-6CE0-D670-F6F6-D5F162485307}"/>
          </ac:picMkLst>
        </pc:picChg>
        <pc:picChg chg="del">
          <ac:chgData name="Zhang, H. (Aloise)" userId="669d39e4-d405-4618-abf0-c419d47f19fb" providerId="ADAL" clId="{CC281D46-979C-4DE4-9E28-A573AF5D4ABA}" dt="2025-03-10T05:47:56.057" v="89" actId="478"/>
          <ac:picMkLst>
            <pc:docMk/>
            <pc:sldMk cId="3095730842" sldId="2147479018"/>
            <ac:picMk id="4" creationId="{D6741398-76FA-4420-2C86-BF32D2F933FA}"/>
          </ac:picMkLst>
        </pc:picChg>
      </pc:sldChg>
      <pc:sldChg chg="addSp delSp modSp mod">
        <pc:chgData name="Zhang, H. (Aloise)" userId="669d39e4-d405-4618-abf0-c419d47f19fb" providerId="ADAL" clId="{CC281D46-979C-4DE4-9E28-A573AF5D4ABA}" dt="2025-03-10T06:31:38.691" v="203" actId="1076"/>
        <pc:sldMkLst>
          <pc:docMk/>
          <pc:sldMk cId="1268562801" sldId="2147479019"/>
        </pc:sldMkLst>
        <pc:picChg chg="add mod">
          <ac:chgData name="Zhang, H. (Aloise)" userId="669d39e4-d405-4618-abf0-c419d47f19fb" providerId="ADAL" clId="{CC281D46-979C-4DE4-9E28-A573AF5D4ABA}" dt="2025-03-10T06:31:38.691" v="203" actId="1076"/>
          <ac:picMkLst>
            <pc:docMk/>
            <pc:sldMk cId="1268562801" sldId="2147479019"/>
            <ac:picMk id="3" creationId="{4D0B6A37-1BA5-5A9C-8E4D-18A7986F65D6}"/>
          </ac:picMkLst>
        </pc:picChg>
        <pc:picChg chg="add mod">
          <ac:chgData name="Zhang, H. (Aloise)" userId="669d39e4-d405-4618-abf0-c419d47f19fb" providerId="ADAL" clId="{CC281D46-979C-4DE4-9E28-A573AF5D4ABA}" dt="2025-03-10T06:31:35.543" v="201" actId="1076"/>
          <ac:picMkLst>
            <pc:docMk/>
            <pc:sldMk cId="1268562801" sldId="2147479019"/>
            <ac:picMk id="4" creationId="{D0940F04-7068-388F-6502-EE62B135CB4E}"/>
          </ac:picMkLst>
        </pc:picChg>
        <pc:picChg chg="del">
          <ac:chgData name="Zhang, H. (Aloise)" userId="669d39e4-d405-4618-abf0-c419d47f19fb" providerId="ADAL" clId="{CC281D46-979C-4DE4-9E28-A573AF5D4ABA}" dt="2025-03-10T06:30:52.610" v="193" actId="478"/>
          <ac:picMkLst>
            <pc:docMk/>
            <pc:sldMk cId="1268562801" sldId="2147479019"/>
            <ac:picMk id="5" creationId="{1BCF221E-005C-C2A0-CA9D-472A989BE01B}"/>
          </ac:picMkLst>
        </pc:picChg>
        <pc:picChg chg="del">
          <ac:chgData name="Zhang, H. (Aloise)" userId="669d39e4-d405-4618-abf0-c419d47f19fb" providerId="ADAL" clId="{CC281D46-979C-4DE4-9E28-A573AF5D4ABA}" dt="2025-03-10T06:31:00.338" v="197" actId="478"/>
          <ac:picMkLst>
            <pc:docMk/>
            <pc:sldMk cId="1268562801" sldId="2147479019"/>
            <ac:picMk id="7" creationId="{105CA97E-42E6-1BA5-E9AA-B741D6A6D518}"/>
          </ac:picMkLst>
        </pc:picChg>
      </pc:sldChg>
      <pc:sldChg chg="addSp delSp modSp mod">
        <pc:chgData name="Zhang, H. (Aloise)" userId="669d39e4-d405-4618-abf0-c419d47f19fb" providerId="ADAL" clId="{CC281D46-979C-4DE4-9E28-A573AF5D4ABA}" dt="2025-03-10T05:51:22.829" v="183" actId="1076"/>
        <pc:sldMkLst>
          <pc:docMk/>
          <pc:sldMk cId="261761247" sldId="2147479020"/>
        </pc:sldMkLst>
        <pc:spChg chg="add mod">
          <ac:chgData name="Zhang, H. (Aloise)" userId="669d39e4-d405-4618-abf0-c419d47f19fb" providerId="ADAL" clId="{CC281D46-979C-4DE4-9E28-A573AF5D4ABA}" dt="2025-03-10T05:51:07.585" v="182" actId="1076"/>
          <ac:spMkLst>
            <pc:docMk/>
            <pc:sldMk cId="261761247" sldId="2147479020"/>
            <ac:spMk id="4" creationId="{9B63AAC7-EC97-7E7D-E3EE-A1ED8FD99108}"/>
          </ac:spMkLst>
        </pc:spChg>
        <pc:picChg chg="add mod">
          <ac:chgData name="Zhang, H. (Aloise)" userId="669d39e4-d405-4618-abf0-c419d47f19fb" providerId="ADAL" clId="{CC281D46-979C-4DE4-9E28-A573AF5D4ABA}" dt="2025-03-10T05:51:22.829" v="183" actId="1076"/>
          <ac:picMkLst>
            <pc:docMk/>
            <pc:sldMk cId="261761247" sldId="2147479020"/>
            <ac:picMk id="3" creationId="{283D0678-509F-CE99-8CB5-A30214BD218C}"/>
          </ac:picMkLst>
        </pc:picChg>
        <pc:picChg chg="del">
          <ac:chgData name="Zhang, H. (Aloise)" userId="669d39e4-d405-4618-abf0-c419d47f19fb" providerId="ADAL" clId="{CC281D46-979C-4DE4-9E28-A573AF5D4ABA}" dt="2025-03-10T05:49:52.108" v="92" actId="478"/>
          <ac:picMkLst>
            <pc:docMk/>
            <pc:sldMk cId="261761247" sldId="2147479020"/>
            <ac:picMk id="5" creationId="{E154390E-95B8-DBAC-F849-797C0CAFB927}"/>
          </ac:picMkLst>
        </pc:picChg>
      </pc:sldChg>
      <pc:sldChg chg="addSp delSp modSp mod">
        <pc:chgData name="Zhang, H. (Aloise)" userId="669d39e4-d405-4618-abf0-c419d47f19fb" providerId="ADAL" clId="{CC281D46-979C-4DE4-9E28-A573AF5D4ABA}" dt="2025-03-10T05:45:19.085" v="88" actId="14100"/>
        <pc:sldMkLst>
          <pc:docMk/>
          <pc:sldMk cId="3934647177" sldId="2147479023"/>
        </pc:sldMkLst>
        <pc:picChg chg="add mod">
          <ac:chgData name="Zhang, H. (Aloise)" userId="669d39e4-d405-4618-abf0-c419d47f19fb" providerId="ADAL" clId="{CC281D46-979C-4DE4-9E28-A573AF5D4ABA}" dt="2025-03-10T05:45:19.085" v="88" actId="14100"/>
          <ac:picMkLst>
            <pc:docMk/>
            <pc:sldMk cId="3934647177" sldId="2147479023"/>
            <ac:picMk id="3" creationId="{02B690A4-8E88-7628-5DEE-221D68456300}"/>
          </ac:picMkLst>
        </pc:picChg>
        <pc:picChg chg="del">
          <ac:chgData name="Zhang, H. (Aloise)" userId="669d39e4-d405-4618-abf0-c419d47f19fb" providerId="ADAL" clId="{CC281D46-979C-4DE4-9E28-A573AF5D4ABA}" dt="2025-03-10T05:44:57.949" v="83" actId="478"/>
          <ac:picMkLst>
            <pc:docMk/>
            <pc:sldMk cId="3934647177" sldId="2147479023"/>
            <ac:picMk id="4" creationId="{0E3F8222-8857-FCA3-CA10-83B20F6BEFDA}"/>
          </ac:picMkLst>
        </pc:picChg>
      </pc:sldChg>
      <pc:sldChg chg="addSp delSp modSp mod">
        <pc:chgData name="Zhang, H. (Aloise)" userId="669d39e4-d405-4618-abf0-c419d47f19fb" providerId="ADAL" clId="{CC281D46-979C-4DE4-9E28-A573AF5D4ABA}" dt="2025-03-10T05:37:34.375" v="32" actId="20577"/>
        <pc:sldMkLst>
          <pc:docMk/>
          <pc:sldMk cId="2658016897" sldId="2147479024"/>
        </pc:sldMkLst>
        <pc:spChg chg="mod">
          <ac:chgData name="Zhang, H. (Aloise)" userId="669d39e4-d405-4618-abf0-c419d47f19fb" providerId="ADAL" clId="{CC281D46-979C-4DE4-9E28-A573AF5D4ABA}" dt="2025-03-10T05:37:34.375" v="32" actId="20577"/>
          <ac:spMkLst>
            <pc:docMk/>
            <pc:sldMk cId="2658016897" sldId="2147479024"/>
            <ac:spMk id="4" creationId="{87568A90-6390-F1E0-E603-2B1626E64BE3}"/>
          </ac:spMkLst>
        </pc:spChg>
        <pc:picChg chg="add mod">
          <ac:chgData name="Zhang, H. (Aloise)" userId="669d39e4-d405-4618-abf0-c419d47f19fb" providerId="ADAL" clId="{CC281D46-979C-4DE4-9E28-A573AF5D4ABA}" dt="2025-03-10T05:36:43.750" v="5" actId="1076"/>
          <ac:picMkLst>
            <pc:docMk/>
            <pc:sldMk cId="2658016897" sldId="2147479024"/>
            <ac:picMk id="3" creationId="{7B217272-687B-20E0-8195-422B9B315BC6}"/>
          </ac:picMkLst>
        </pc:picChg>
        <pc:picChg chg="del">
          <ac:chgData name="Zhang, H. (Aloise)" userId="669d39e4-d405-4618-abf0-c419d47f19fb" providerId="ADAL" clId="{CC281D46-979C-4DE4-9E28-A573AF5D4ABA}" dt="2025-03-10T05:35:05.722" v="0" actId="478"/>
          <ac:picMkLst>
            <pc:docMk/>
            <pc:sldMk cId="2658016897" sldId="2147479024"/>
            <ac:picMk id="5" creationId="{0F276503-3437-91D6-D87A-FCCF2CE1F3D5}"/>
          </ac:picMkLst>
        </pc:picChg>
      </pc:sldChg>
      <pc:sldChg chg="addSp delSp modSp mod">
        <pc:chgData name="Zhang, H. (Aloise)" userId="669d39e4-d405-4618-abf0-c419d47f19fb" providerId="ADAL" clId="{CC281D46-979C-4DE4-9E28-A573AF5D4ABA}" dt="2025-03-11T00:35:03.622" v="211" actId="20577"/>
        <pc:sldMkLst>
          <pc:docMk/>
          <pc:sldMk cId="1981672907" sldId="2147479026"/>
        </pc:sldMkLst>
        <pc:spChg chg="mod">
          <ac:chgData name="Zhang, H. (Aloise)" userId="669d39e4-d405-4618-abf0-c419d47f19fb" providerId="ADAL" clId="{CC281D46-979C-4DE4-9E28-A573AF5D4ABA}" dt="2025-03-10T05:41:47.666" v="71" actId="20577"/>
          <ac:spMkLst>
            <pc:docMk/>
            <pc:sldMk cId="1981672907" sldId="2147479026"/>
            <ac:spMk id="2" creationId="{2D43AD39-CEEC-4931-8462-9D9324EB97C9}"/>
          </ac:spMkLst>
        </pc:spChg>
        <pc:spChg chg="mod">
          <ac:chgData name="Zhang, H. (Aloise)" userId="669d39e4-d405-4618-abf0-c419d47f19fb" providerId="ADAL" clId="{CC281D46-979C-4DE4-9E28-A573AF5D4ABA}" dt="2025-03-11T00:35:03.622" v="211" actId="20577"/>
          <ac:spMkLst>
            <pc:docMk/>
            <pc:sldMk cId="1981672907" sldId="2147479026"/>
            <ac:spMk id="6" creationId="{3521DAEB-21E2-8D72-F4ED-DAE10DED5D1C}"/>
          </ac:spMkLst>
        </pc:spChg>
        <pc:picChg chg="del">
          <ac:chgData name="Zhang, H. (Aloise)" userId="669d39e4-d405-4618-abf0-c419d47f19fb" providerId="ADAL" clId="{CC281D46-979C-4DE4-9E28-A573AF5D4ABA}" dt="2025-03-10T05:40:29.192" v="56" actId="478"/>
          <ac:picMkLst>
            <pc:docMk/>
            <pc:sldMk cId="1981672907" sldId="2147479026"/>
            <ac:picMk id="3" creationId="{FB530957-3E04-F7E0-3488-E9C63DE402A8}"/>
          </ac:picMkLst>
        </pc:picChg>
        <pc:picChg chg="del">
          <ac:chgData name="Zhang, H. (Aloise)" userId="669d39e4-d405-4618-abf0-c419d47f19fb" providerId="ADAL" clId="{CC281D46-979C-4DE4-9E28-A573AF5D4ABA}" dt="2025-03-10T05:40:38.008" v="60" actId="478"/>
          <ac:picMkLst>
            <pc:docMk/>
            <pc:sldMk cId="1981672907" sldId="2147479026"/>
            <ac:picMk id="4" creationId="{191B2F10-CA1A-36D0-04A4-5F541C46718F}"/>
          </ac:picMkLst>
        </pc:picChg>
        <pc:picChg chg="add mod">
          <ac:chgData name="Zhang, H. (Aloise)" userId="669d39e4-d405-4618-abf0-c419d47f19fb" providerId="ADAL" clId="{CC281D46-979C-4DE4-9E28-A573AF5D4ABA}" dt="2025-03-10T05:40:36.655" v="59" actId="14100"/>
          <ac:picMkLst>
            <pc:docMk/>
            <pc:sldMk cId="1981672907" sldId="2147479026"/>
            <ac:picMk id="5" creationId="{AE0F38B4-DB11-5241-B55B-6BF455B650C1}"/>
          </ac:picMkLst>
        </pc:picChg>
        <pc:picChg chg="add mod">
          <ac:chgData name="Zhang, H. (Aloise)" userId="669d39e4-d405-4618-abf0-c419d47f19fb" providerId="ADAL" clId="{CC281D46-979C-4DE4-9E28-A573AF5D4ABA}" dt="2025-03-10T05:41:11.496" v="64" actId="14100"/>
          <ac:picMkLst>
            <pc:docMk/>
            <pc:sldMk cId="1981672907" sldId="2147479026"/>
            <ac:picMk id="7" creationId="{F0CBD99B-E7EF-FDC2-0DA6-0AA1B2EECEF5}"/>
          </ac:picMkLst>
        </pc:picChg>
      </pc:sldChg>
      <pc:sldChg chg="addSp delSp modSp mod">
        <pc:chgData name="Zhang, H. (Aloise)" userId="669d39e4-d405-4618-abf0-c419d47f19fb" providerId="ADAL" clId="{CC281D46-979C-4DE4-9E28-A573AF5D4ABA}" dt="2025-03-10T06:07:44.250" v="192" actId="1076"/>
        <pc:sldMkLst>
          <pc:docMk/>
          <pc:sldMk cId="2247022721" sldId="2147479027"/>
        </pc:sldMkLst>
        <pc:picChg chg="del">
          <ac:chgData name="Zhang, H. (Aloise)" userId="669d39e4-d405-4618-abf0-c419d47f19fb" providerId="ADAL" clId="{CC281D46-979C-4DE4-9E28-A573AF5D4ABA}" dt="2025-03-10T06:07:32.647" v="189" actId="478"/>
          <ac:picMkLst>
            <pc:docMk/>
            <pc:sldMk cId="2247022721" sldId="2147479027"/>
            <ac:picMk id="3" creationId="{A6A62D02-A724-4D11-7C15-AC21D86AA5E5}"/>
          </ac:picMkLst>
        </pc:picChg>
        <pc:picChg chg="add mod">
          <ac:chgData name="Zhang, H. (Aloise)" userId="669d39e4-d405-4618-abf0-c419d47f19fb" providerId="ADAL" clId="{CC281D46-979C-4DE4-9E28-A573AF5D4ABA}" dt="2025-03-10T06:07:44.250" v="192" actId="1076"/>
          <ac:picMkLst>
            <pc:docMk/>
            <pc:sldMk cId="2247022721" sldId="2147479027"/>
            <ac:picMk id="4" creationId="{29C50D0A-1FDF-AE58-41D7-72A6EB323D59}"/>
          </ac:picMkLst>
        </pc:picChg>
      </pc:sldChg>
      <pc:sldChg chg="addSp delSp modSp mod">
        <pc:chgData name="Zhang, H. (Aloise)" userId="669d39e4-d405-4618-abf0-c419d47f19fb" providerId="ADAL" clId="{CC281D46-979C-4DE4-9E28-A573AF5D4ABA}" dt="2025-03-10T06:06:40.806" v="188" actId="14100"/>
        <pc:sldMkLst>
          <pc:docMk/>
          <pc:sldMk cId="647177604" sldId="2147479028"/>
        </pc:sldMkLst>
        <pc:picChg chg="del">
          <ac:chgData name="Zhang, H. (Aloise)" userId="669d39e4-d405-4618-abf0-c419d47f19fb" providerId="ADAL" clId="{CC281D46-979C-4DE4-9E28-A573AF5D4ABA}" dt="2025-03-10T06:06:30.455" v="184" actId="478"/>
          <ac:picMkLst>
            <pc:docMk/>
            <pc:sldMk cId="647177604" sldId="2147479028"/>
            <ac:picMk id="3" creationId="{82C3BCDE-B76B-7013-7904-3B3FED011029}"/>
          </ac:picMkLst>
        </pc:picChg>
        <pc:picChg chg="add mod">
          <ac:chgData name="Zhang, H. (Aloise)" userId="669d39e4-d405-4618-abf0-c419d47f19fb" providerId="ADAL" clId="{CC281D46-979C-4DE4-9E28-A573AF5D4ABA}" dt="2025-03-10T06:06:40.806" v="188" actId="14100"/>
          <ac:picMkLst>
            <pc:docMk/>
            <pc:sldMk cId="647177604" sldId="2147479028"/>
            <ac:picMk id="4" creationId="{84B5921F-8A1C-BA23-85C5-547C091879B8}"/>
          </ac:picMkLst>
        </pc:picChg>
      </pc:sldChg>
    </pc:docChg>
  </pc:docChgLst>
  <pc:docChgLst>
    <pc:chgData name="Zhang, H. (Aloise)" userId="669d39e4-d405-4618-abf0-c419d47f19fb" providerId="ADAL" clId="{F0142FFB-EACF-4F04-8D6B-DF57BBC3909C}"/>
    <pc:docChg chg="custSel modSld">
      <pc:chgData name="Zhang, H. (Aloise)" userId="669d39e4-d405-4618-abf0-c419d47f19fb" providerId="ADAL" clId="{F0142FFB-EACF-4F04-8D6B-DF57BBC3909C}" dt="2025-06-11T05:23:36.503" v="219" actId="14100"/>
      <pc:docMkLst>
        <pc:docMk/>
      </pc:docMkLst>
      <pc:sldChg chg="modSp mod">
        <pc:chgData name="Zhang, H. (Aloise)" userId="669d39e4-d405-4618-abf0-c419d47f19fb" providerId="ADAL" clId="{F0142FFB-EACF-4F04-8D6B-DF57BBC3909C}" dt="2025-06-09T03:29:36.255" v="0" actId="6549"/>
        <pc:sldMkLst>
          <pc:docMk/>
          <pc:sldMk cId="1961524251" sldId="306"/>
        </pc:sldMkLst>
        <pc:spChg chg="mod">
          <ac:chgData name="Zhang, H. (Aloise)" userId="669d39e4-d405-4618-abf0-c419d47f19fb" providerId="ADAL" clId="{F0142FFB-EACF-4F04-8D6B-DF57BBC3909C}" dt="2025-06-09T03:29:36.255" v="0" actId="6549"/>
          <ac:spMkLst>
            <pc:docMk/>
            <pc:sldMk cId="1961524251" sldId="306"/>
            <ac:spMk id="7" creationId="{DF48247D-54A0-4537-BA1D-AE779BB3DAC2}"/>
          </ac:spMkLst>
        </pc:spChg>
      </pc:sldChg>
      <pc:sldChg chg="addSp delSp modSp mod">
        <pc:chgData name="Zhang, H. (Aloise)" userId="669d39e4-d405-4618-abf0-c419d47f19fb" providerId="ADAL" clId="{F0142FFB-EACF-4F04-8D6B-DF57BBC3909C}" dt="2025-06-10T01:38:42.966" v="46" actId="1076"/>
        <pc:sldMkLst>
          <pc:docMk/>
          <pc:sldMk cId="3812344724" sldId="2147479015"/>
        </pc:sldMkLst>
        <pc:spChg chg="mod">
          <ac:chgData name="Zhang, H. (Aloise)" userId="669d39e4-d405-4618-abf0-c419d47f19fb" providerId="ADAL" clId="{F0142FFB-EACF-4F04-8D6B-DF57BBC3909C}" dt="2025-06-10T01:35:44.414" v="30" actId="20577"/>
          <ac:spMkLst>
            <pc:docMk/>
            <pc:sldMk cId="3812344724" sldId="2147479015"/>
            <ac:spMk id="2" creationId="{2D43AD39-CEEC-4931-8462-9D9324EB97C9}"/>
          </ac:spMkLst>
        </pc:spChg>
        <pc:spChg chg="mod">
          <ac:chgData name="Zhang, H. (Aloise)" userId="669d39e4-d405-4618-abf0-c419d47f19fb" providerId="ADAL" clId="{F0142FFB-EACF-4F04-8D6B-DF57BBC3909C}" dt="2025-06-10T01:36:18.692" v="36" actId="20577"/>
          <ac:spMkLst>
            <pc:docMk/>
            <pc:sldMk cId="3812344724" sldId="2147479015"/>
            <ac:spMk id="5" creationId="{C7EF06A6-1676-F2DB-C6C3-451D4029B238}"/>
          </ac:spMkLst>
        </pc:spChg>
        <pc:spChg chg="mod">
          <ac:chgData name="Zhang, H. (Aloise)" userId="669d39e4-d405-4618-abf0-c419d47f19fb" providerId="ADAL" clId="{F0142FFB-EACF-4F04-8D6B-DF57BBC3909C}" dt="2025-06-10T01:38:40.350" v="45" actId="1076"/>
          <ac:spMkLst>
            <pc:docMk/>
            <pc:sldMk cId="3812344724" sldId="2147479015"/>
            <ac:spMk id="8" creationId="{B50027CC-07D3-6A22-3B23-C0AC4ADDEB35}"/>
          </ac:spMkLst>
        </pc:spChg>
        <pc:picChg chg="del">
          <ac:chgData name="Zhang, H. (Aloise)" userId="669d39e4-d405-4618-abf0-c419d47f19fb" providerId="ADAL" clId="{F0142FFB-EACF-4F04-8D6B-DF57BBC3909C}" dt="2025-06-10T01:36:00.152" v="31" actId="478"/>
          <ac:picMkLst>
            <pc:docMk/>
            <pc:sldMk cId="3812344724" sldId="2147479015"/>
            <ac:picMk id="3" creationId="{22B6ACB6-E275-5724-A656-8AF4FCCCE829}"/>
          </ac:picMkLst>
        </pc:picChg>
        <pc:picChg chg="add mod">
          <ac:chgData name="Zhang, H. (Aloise)" userId="669d39e4-d405-4618-abf0-c419d47f19fb" providerId="ADAL" clId="{F0142FFB-EACF-4F04-8D6B-DF57BBC3909C}" dt="2025-06-10T01:36:05.800" v="34" actId="14100"/>
          <ac:picMkLst>
            <pc:docMk/>
            <pc:sldMk cId="3812344724" sldId="2147479015"/>
            <ac:picMk id="4" creationId="{438A0F2A-61EA-D82A-6A7C-A63E903DD1AF}"/>
          </ac:picMkLst>
        </pc:picChg>
        <pc:picChg chg="add mod">
          <ac:chgData name="Zhang, H. (Aloise)" userId="669d39e4-d405-4618-abf0-c419d47f19fb" providerId="ADAL" clId="{F0142FFB-EACF-4F04-8D6B-DF57BBC3909C}" dt="2025-06-10T01:38:42.966" v="46" actId="1076"/>
          <ac:picMkLst>
            <pc:docMk/>
            <pc:sldMk cId="3812344724" sldId="2147479015"/>
            <ac:picMk id="6" creationId="{3E442894-9110-65C6-E39D-E6072B69BFD3}"/>
          </ac:picMkLst>
        </pc:picChg>
        <pc:picChg chg="del">
          <ac:chgData name="Zhang, H. (Aloise)" userId="669d39e4-d405-4618-abf0-c419d47f19fb" providerId="ADAL" clId="{F0142FFB-EACF-4F04-8D6B-DF57BBC3909C}" dt="2025-06-10T01:37:33.418" v="37" actId="478"/>
          <ac:picMkLst>
            <pc:docMk/>
            <pc:sldMk cId="3812344724" sldId="2147479015"/>
            <ac:picMk id="10" creationId="{2033EC15-CDFA-28E4-59EA-B37DE1643D92}"/>
          </ac:picMkLst>
        </pc:picChg>
      </pc:sldChg>
      <pc:sldChg chg="addSp delSp modSp mod">
        <pc:chgData name="Zhang, H. (Aloise)" userId="669d39e4-d405-4618-abf0-c419d47f19fb" providerId="ADAL" clId="{F0142FFB-EACF-4F04-8D6B-DF57BBC3909C}" dt="2025-06-10T01:46:23.700" v="90" actId="14100"/>
        <pc:sldMkLst>
          <pc:docMk/>
          <pc:sldMk cId="3615244666" sldId="2147479016"/>
        </pc:sldMkLst>
        <pc:spChg chg="mod">
          <ac:chgData name="Zhang, H. (Aloise)" userId="669d39e4-d405-4618-abf0-c419d47f19fb" providerId="ADAL" clId="{F0142FFB-EACF-4F04-8D6B-DF57BBC3909C}" dt="2025-06-10T01:41:04.489" v="77" actId="20577"/>
          <ac:spMkLst>
            <pc:docMk/>
            <pc:sldMk cId="3615244666" sldId="2147479016"/>
            <ac:spMk id="10" creationId="{627AEE34-635A-E5D4-9008-1662DD034DC4}"/>
          </ac:spMkLst>
        </pc:spChg>
        <pc:picChg chg="add mod">
          <ac:chgData name="Zhang, H. (Aloise)" userId="669d39e4-d405-4618-abf0-c419d47f19fb" providerId="ADAL" clId="{F0142FFB-EACF-4F04-8D6B-DF57BBC3909C}" dt="2025-06-10T01:46:23.700" v="90" actId="14100"/>
          <ac:picMkLst>
            <pc:docMk/>
            <pc:sldMk cId="3615244666" sldId="2147479016"/>
            <ac:picMk id="3" creationId="{450344BE-641B-756F-ADD8-258BE768B185}"/>
          </ac:picMkLst>
        </pc:picChg>
        <pc:picChg chg="del">
          <ac:chgData name="Zhang, H. (Aloise)" userId="669d39e4-d405-4618-abf0-c419d47f19fb" providerId="ADAL" clId="{F0142FFB-EACF-4F04-8D6B-DF57BBC3909C}" dt="2025-06-10T01:40:44.399" v="68" actId="478"/>
          <ac:picMkLst>
            <pc:docMk/>
            <pc:sldMk cId="3615244666" sldId="2147479016"/>
            <ac:picMk id="4" creationId="{B34BFB5E-94E7-B13C-D455-D6F9DCD15FC0}"/>
          </ac:picMkLst>
        </pc:picChg>
        <pc:picChg chg="del mod">
          <ac:chgData name="Zhang, H. (Aloise)" userId="669d39e4-d405-4618-abf0-c419d47f19fb" providerId="ADAL" clId="{F0142FFB-EACF-4F04-8D6B-DF57BBC3909C}" dt="2025-06-10T01:42:18.385" v="79" actId="478"/>
          <ac:picMkLst>
            <pc:docMk/>
            <pc:sldMk cId="3615244666" sldId="2147479016"/>
            <ac:picMk id="6" creationId="{D7681C7F-4C3C-AED5-323D-346F9D54D9C7}"/>
          </ac:picMkLst>
        </pc:picChg>
        <pc:picChg chg="add del mod">
          <ac:chgData name="Zhang, H. (Aloise)" userId="669d39e4-d405-4618-abf0-c419d47f19fb" providerId="ADAL" clId="{F0142FFB-EACF-4F04-8D6B-DF57BBC3909C}" dt="2025-06-10T01:46:14.014" v="86" actId="478"/>
          <ac:picMkLst>
            <pc:docMk/>
            <pc:sldMk cId="3615244666" sldId="2147479016"/>
            <ac:picMk id="7" creationId="{AC7CFE74-89A7-BE44-3725-0C442A8D95F1}"/>
          </ac:picMkLst>
        </pc:picChg>
        <pc:picChg chg="add mod">
          <ac:chgData name="Zhang, H. (Aloise)" userId="669d39e4-d405-4618-abf0-c419d47f19fb" providerId="ADAL" clId="{F0142FFB-EACF-4F04-8D6B-DF57BBC3909C}" dt="2025-06-10T01:46:20.156" v="89" actId="1076"/>
          <ac:picMkLst>
            <pc:docMk/>
            <pc:sldMk cId="3615244666" sldId="2147479016"/>
            <ac:picMk id="8" creationId="{202480B6-FB68-CF79-8F92-67ADBB1E6B75}"/>
          </ac:picMkLst>
        </pc:picChg>
      </pc:sldChg>
      <pc:sldChg chg="addSp delSp modSp mod">
        <pc:chgData name="Zhang, H. (Aloise)" userId="669d39e4-d405-4618-abf0-c419d47f19fb" providerId="ADAL" clId="{F0142FFB-EACF-4F04-8D6B-DF57BBC3909C}" dt="2025-06-10T01:50:17.186" v="128" actId="1076"/>
        <pc:sldMkLst>
          <pc:docMk/>
          <pc:sldMk cId="3095730842" sldId="2147479018"/>
        </pc:sldMkLst>
        <pc:picChg chg="del">
          <ac:chgData name="Zhang, H. (Aloise)" userId="669d39e4-d405-4618-abf0-c419d47f19fb" providerId="ADAL" clId="{F0142FFB-EACF-4F04-8D6B-DF57BBC3909C}" dt="2025-06-10T01:50:09.039" v="124" actId="478"/>
          <ac:picMkLst>
            <pc:docMk/>
            <pc:sldMk cId="3095730842" sldId="2147479018"/>
            <ac:picMk id="3" creationId="{9F1E0141-9CA0-D0AE-86EA-A859D8BDDDDC}"/>
          </ac:picMkLst>
        </pc:picChg>
        <pc:picChg chg="add mod">
          <ac:chgData name="Zhang, H. (Aloise)" userId="669d39e4-d405-4618-abf0-c419d47f19fb" providerId="ADAL" clId="{F0142FFB-EACF-4F04-8D6B-DF57BBC3909C}" dt="2025-06-10T01:50:17.186" v="128" actId="1076"/>
          <ac:picMkLst>
            <pc:docMk/>
            <pc:sldMk cId="3095730842" sldId="2147479018"/>
            <ac:picMk id="4" creationId="{FC55812D-719D-84BE-0559-E6282E66C04D}"/>
          </ac:picMkLst>
        </pc:picChg>
      </pc:sldChg>
      <pc:sldChg chg="addSp delSp modSp mod">
        <pc:chgData name="Zhang, H. (Aloise)" userId="669d39e4-d405-4618-abf0-c419d47f19fb" providerId="ADAL" clId="{F0142FFB-EACF-4F04-8D6B-DF57BBC3909C}" dt="2025-06-11T05:23:36.503" v="219" actId="14100"/>
        <pc:sldMkLst>
          <pc:docMk/>
          <pc:sldMk cId="1268562801" sldId="2147479019"/>
        </pc:sldMkLst>
        <pc:picChg chg="add mod">
          <ac:chgData name="Zhang, H. (Aloise)" userId="669d39e4-d405-4618-abf0-c419d47f19fb" providerId="ADAL" clId="{F0142FFB-EACF-4F04-8D6B-DF57BBC3909C}" dt="2025-06-11T05:23:36.503" v="219" actId="14100"/>
          <ac:picMkLst>
            <pc:docMk/>
            <pc:sldMk cId="1268562801" sldId="2147479019"/>
            <ac:picMk id="3" creationId="{1CF7B985-397C-B17F-FCFF-E92518782B67}"/>
          </ac:picMkLst>
        </pc:picChg>
        <pc:picChg chg="del">
          <ac:chgData name="Zhang, H. (Aloise)" userId="669d39e4-d405-4618-abf0-c419d47f19fb" providerId="ADAL" clId="{F0142FFB-EACF-4F04-8D6B-DF57BBC3909C}" dt="2025-06-10T01:58:26.007" v="188" actId="478"/>
          <ac:picMkLst>
            <pc:docMk/>
            <pc:sldMk cId="1268562801" sldId="2147479019"/>
            <ac:picMk id="3" creationId="{FADB1829-6FC3-957F-F322-8A472C45007F}"/>
          </ac:picMkLst>
        </pc:picChg>
        <pc:picChg chg="add mod">
          <ac:chgData name="Zhang, H. (Aloise)" userId="669d39e4-d405-4618-abf0-c419d47f19fb" providerId="ADAL" clId="{F0142FFB-EACF-4F04-8D6B-DF57BBC3909C}" dt="2025-06-11T05:23:26.115" v="216" actId="14100"/>
          <ac:picMkLst>
            <pc:docMk/>
            <pc:sldMk cId="1268562801" sldId="2147479019"/>
            <ac:picMk id="4" creationId="{7695E610-F38A-6F34-AC09-D585C6BBD3AE}"/>
          </ac:picMkLst>
        </pc:picChg>
        <pc:picChg chg="del">
          <ac:chgData name="Zhang, H. (Aloise)" userId="669d39e4-d405-4618-abf0-c419d47f19fb" providerId="ADAL" clId="{F0142FFB-EACF-4F04-8D6B-DF57BBC3909C}" dt="2025-06-10T01:59:50.985" v="191" actId="478"/>
          <ac:picMkLst>
            <pc:docMk/>
            <pc:sldMk cId="1268562801" sldId="2147479019"/>
            <ac:picMk id="4" creationId="{ABC67017-0AE6-AE7B-7E05-4A9EADE66BEC}"/>
          </ac:picMkLst>
        </pc:picChg>
        <pc:picChg chg="add del mod">
          <ac:chgData name="Zhang, H. (Aloise)" userId="669d39e4-d405-4618-abf0-c419d47f19fb" providerId="ADAL" clId="{F0142FFB-EACF-4F04-8D6B-DF57BBC3909C}" dt="2025-06-11T05:22:32.683" v="209" actId="478"/>
          <ac:picMkLst>
            <pc:docMk/>
            <pc:sldMk cId="1268562801" sldId="2147479019"/>
            <ac:picMk id="5" creationId="{5A3BF130-AD87-5374-5A14-16936A07D07D}"/>
          </ac:picMkLst>
        </pc:picChg>
        <pc:picChg chg="add del mod">
          <ac:chgData name="Zhang, H. (Aloise)" userId="669d39e4-d405-4618-abf0-c419d47f19fb" providerId="ADAL" clId="{F0142FFB-EACF-4F04-8D6B-DF57BBC3909C}" dt="2025-06-11T05:23:13.842" v="212" actId="478"/>
          <ac:picMkLst>
            <pc:docMk/>
            <pc:sldMk cId="1268562801" sldId="2147479019"/>
            <ac:picMk id="7" creationId="{306FB96B-EC21-8A5B-2F52-7000AF678E0F}"/>
          </ac:picMkLst>
        </pc:picChg>
      </pc:sldChg>
      <pc:sldChg chg="addSp delSp modSp mod">
        <pc:chgData name="Zhang, H. (Aloise)" userId="669d39e4-d405-4618-abf0-c419d47f19fb" providerId="ADAL" clId="{F0142FFB-EACF-4F04-8D6B-DF57BBC3909C}" dt="2025-06-10T01:52:56.060" v="187" actId="14100"/>
        <pc:sldMkLst>
          <pc:docMk/>
          <pc:sldMk cId="261761247" sldId="2147479020"/>
        </pc:sldMkLst>
        <pc:spChg chg="mod">
          <ac:chgData name="Zhang, H. (Aloise)" userId="669d39e4-d405-4618-abf0-c419d47f19fb" providerId="ADAL" clId="{F0142FFB-EACF-4F04-8D6B-DF57BBC3909C}" dt="2025-06-10T01:51:58.794" v="184" actId="20577"/>
          <ac:spMkLst>
            <pc:docMk/>
            <pc:sldMk cId="261761247" sldId="2147479020"/>
            <ac:spMk id="4" creationId="{9B63AAC7-EC97-7E7D-E3EE-A1ED8FD99108}"/>
          </ac:spMkLst>
        </pc:spChg>
        <pc:picChg chg="del">
          <ac:chgData name="Zhang, H. (Aloise)" userId="669d39e4-d405-4618-abf0-c419d47f19fb" providerId="ADAL" clId="{F0142FFB-EACF-4F04-8D6B-DF57BBC3909C}" dt="2025-06-10T01:51:27.776" v="129" actId="478"/>
          <ac:picMkLst>
            <pc:docMk/>
            <pc:sldMk cId="261761247" sldId="2147479020"/>
            <ac:picMk id="3" creationId="{165C062D-EB60-3F9B-99B7-0E3FAEC5B60C}"/>
          </ac:picMkLst>
        </pc:picChg>
        <pc:picChg chg="add mod">
          <ac:chgData name="Zhang, H. (Aloise)" userId="669d39e4-d405-4618-abf0-c419d47f19fb" providerId="ADAL" clId="{F0142FFB-EACF-4F04-8D6B-DF57BBC3909C}" dt="2025-06-10T01:52:56.060" v="187" actId="14100"/>
          <ac:picMkLst>
            <pc:docMk/>
            <pc:sldMk cId="261761247" sldId="2147479020"/>
            <ac:picMk id="5" creationId="{B26FD086-32D0-79BE-6EDE-A72B268967C9}"/>
          </ac:picMkLst>
        </pc:picChg>
      </pc:sldChg>
      <pc:sldChg chg="addSp delSp modSp mod">
        <pc:chgData name="Zhang, H. (Aloise)" userId="669d39e4-d405-4618-abf0-c419d47f19fb" providerId="ADAL" clId="{F0142FFB-EACF-4F04-8D6B-DF57BBC3909C}" dt="2025-06-10T01:48:03.362" v="123" actId="404"/>
        <pc:sldMkLst>
          <pc:docMk/>
          <pc:sldMk cId="3934647177" sldId="2147479023"/>
        </pc:sldMkLst>
        <pc:spChg chg="mod">
          <ac:chgData name="Zhang, H. (Aloise)" userId="669d39e4-d405-4618-abf0-c419d47f19fb" providerId="ADAL" clId="{F0142FFB-EACF-4F04-8D6B-DF57BBC3909C}" dt="2025-06-10T01:48:03.362" v="123" actId="404"/>
          <ac:spMkLst>
            <pc:docMk/>
            <pc:sldMk cId="3934647177" sldId="2147479023"/>
            <ac:spMk id="2" creationId="{2D43AD39-CEEC-4931-8462-9D9324EB97C9}"/>
          </ac:spMkLst>
        </pc:spChg>
        <pc:picChg chg="add mod">
          <ac:chgData name="Zhang, H. (Aloise)" userId="669d39e4-d405-4618-abf0-c419d47f19fb" providerId="ADAL" clId="{F0142FFB-EACF-4F04-8D6B-DF57BBC3909C}" dt="2025-06-10T01:47:45.120" v="94" actId="1076"/>
          <ac:picMkLst>
            <pc:docMk/>
            <pc:sldMk cId="3934647177" sldId="2147479023"/>
            <ac:picMk id="3" creationId="{5431EFA9-3816-7284-59EA-094810EDA8B7}"/>
          </ac:picMkLst>
        </pc:picChg>
        <pc:picChg chg="del">
          <ac:chgData name="Zhang, H. (Aloise)" userId="669d39e4-d405-4618-abf0-c419d47f19fb" providerId="ADAL" clId="{F0142FFB-EACF-4F04-8D6B-DF57BBC3909C}" dt="2025-06-10T01:47:39.215" v="91" actId="478"/>
          <ac:picMkLst>
            <pc:docMk/>
            <pc:sldMk cId="3934647177" sldId="2147479023"/>
            <ac:picMk id="6" creationId="{882FBFA5-646E-33F3-645B-60EC8DC25FEA}"/>
          </ac:picMkLst>
        </pc:picChg>
      </pc:sldChg>
      <pc:sldChg chg="addSp delSp modSp mod">
        <pc:chgData name="Zhang, H. (Aloise)" userId="669d39e4-d405-4618-abf0-c419d47f19fb" providerId="ADAL" clId="{F0142FFB-EACF-4F04-8D6B-DF57BBC3909C}" dt="2025-06-09T03:31:15.150" v="27" actId="20577"/>
        <pc:sldMkLst>
          <pc:docMk/>
          <pc:sldMk cId="2658016897" sldId="2147479024"/>
        </pc:sldMkLst>
        <pc:spChg chg="mod">
          <ac:chgData name="Zhang, H. (Aloise)" userId="669d39e4-d405-4618-abf0-c419d47f19fb" providerId="ADAL" clId="{F0142FFB-EACF-4F04-8D6B-DF57BBC3909C}" dt="2025-06-09T03:31:15.150" v="27" actId="20577"/>
          <ac:spMkLst>
            <pc:docMk/>
            <pc:sldMk cId="2658016897" sldId="2147479024"/>
            <ac:spMk id="4" creationId="{87568A90-6390-F1E0-E603-2B1626E64BE3}"/>
          </ac:spMkLst>
        </pc:spChg>
        <pc:picChg chg="del">
          <ac:chgData name="Zhang, H. (Aloise)" userId="669d39e4-d405-4618-abf0-c419d47f19fb" providerId="ADAL" clId="{F0142FFB-EACF-4F04-8D6B-DF57BBC3909C}" dt="2025-06-09T03:29:40.150" v="1" actId="478"/>
          <ac:picMkLst>
            <pc:docMk/>
            <pc:sldMk cId="2658016897" sldId="2147479024"/>
            <ac:picMk id="3" creationId="{9F58ECCE-CEF7-B6E8-B9A5-5BE4BE0BD4D3}"/>
          </ac:picMkLst>
        </pc:picChg>
        <pc:picChg chg="add mod">
          <ac:chgData name="Zhang, H. (Aloise)" userId="669d39e4-d405-4618-abf0-c419d47f19fb" providerId="ADAL" clId="{F0142FFB-EACF-4F04-8D6B-DF57BBC3909C}" dt="2025-06-09T03:30:19.506" v="7" actId="14100"/>
          <ac:picMkLst>
            <pc:docMk/>
            <pc:sldMk cId="2658016897" sldId="2147479024"/>
            <ac:picMk id="5" creationId="{D70CAE9E-F4AE-1750-1B0B-D6CCCB4B3456}"/>
          </ac:picMkLst>
        </pc:picChg>
      </pc:sldChg>
      <pc:sldChg chg="addSp delSp modSp mod">
        <pc:chgData name="Zhang, H. (Aloise)" userId="669d39e4-d405-4618-abf0-c419d47f19fb" providerId="ADAL" clId="{F0142FFB-EACF-4F04-8D6B-DF57BBC3909C}" dt="2025-06-11T01:16:03.920" v="208" actId="1076"/>
        <pc:sldMkLst>
          <pc:docMk/>
          <pc:sldMk cId="1981672907" sldId="2147479026"/>
        </pc:sldMkLst>
        <pc:spChg chg="mod">
          <ac:chgData name="Zhang, H. (Aloise)" userId="669d39e4-d405-4618-abf0-c419d47f19fb" providerId="ADAL" clId="{F0142FFB-EACF-4F04-8D6B-DF57BBC3909C}" dt="2025-06-10T01:38:52.752" v="49" actId="20577"/>
          <ac:spMkLst>
            <pc:docMk/>
            <pc:sldMk cId="1981672907" sldId="2147479026"/>
            <ac:spMk id="2" creationId="{2D43AD39-CEEC-4931-8462-9D9324EB97C9}"/>
          </ac:spMkLst>
        </pc:spChg>
        <pc:spChg chg="mod">
          <ac:chgData name="Zhang, H. (Aloise)" userId="669d39e4-d405-4618-abf0-c419d47f19fb" providerId="ADAL" clId="{F0142FFB-EACF-4F04-8D6B-DF57BBC3909C}" dt="2025-06-10T01:40:17.023" v="65" actId="20577"/>
          <ac:spMkLst>
            <pc:docMk/>
            <pc:sldMk cId="1981672907" sldId="2147479026"/>
            <ac:spMk id="6" creationId="{3521DAEB-21E2-8D72-F4ED-DAE10DED5D1C}"/>
          </ac:spMkLst>
        </pc:spChg>
        <pc:picChg chg="add del mod">
          <ac:chgData name="Zhang, H. (Aloise)" userId="669d39e4-d405-4618-abf0-c419d47f19fb" providerId="ADAL" clId="{F0142FFB-EACF-4F04-8D6B-DF57BBC3909C}" dt="2025-06-11T01:15:58.784" v="206" actId="478"/>
          <ac:picMkLst>
            <pc:docMk/>
            <pc:sldMk cId="1981672907" sldId="2147479026"/>
            <ac:picMk id="3" creationId="{DF597486-15D1-EA6B-4349-A7C7F42750A7}"/>
          </ac:picMkLst>
        </pc:picChg>
        <pc:picChg chg="add mod">
          <ac:chgData name="Zhang, H. (Aloise)" userId="669d39e4-d405-4618-abf0-c419d47f19fb" providerId="ADAL" clId="{F0142FFB-EACF-4F04-8D6B-DF57BBC3909C}" dt="2025-06-11T01:16:03.920" v="208" actId="1076"/>
          <ac:picMkLst>
            <pc:docMk/>
            <pc:sldMk cId="1981672907" sldId="2147479026"/>
            <ac:picMk id="4" creationId="{091FF849-7B94-47E8-B782-08013CE3182A}"/>
          </ac:picMkLst>
        </pc:picChg>
        <pc:picChg chg="del">
          <ac:chgData name="Zhang, H. (Aloise)" userId="669d39e4-d405-4618-abf0-c419d47f19fb" providerId="ADAL" clId="{F0142FFB-EACF-4F04-8D6B-DF57BBC3909C}" dt="2025-06-10T01:39:42.647" v="51" actId="478"/>
          <ac:picMkLst>
            <pc:docMk/>
            <pc:sldMk cId="1981672907" sldId="2147479026"/>
            <ac:picMk id="5" creationId="{0A638FBE-39A2-E257-555B-AA3B5E83342B}"/>
          </ac:picMkLst>
        </pc:picChg>
        <pc:picChg chg="del mod">
          <ac:chgData name="Zhang, H. (Aloise)" userId="669d39e4-d405-4618-abf0-c419d47f19fb" providerId="ADAL" clId="{F0142FFB-EACF-4F04-8D6B-DF57BBC3909C}" dt="2025-06-10T01:40:19.735" v="66" actId="478"/>
          <ac:picMkLst>
            <pc:docMk/>
            <pc:sldMk cId="1981672907" sldId="2147479026"/>
            <ac:picMk id="7" creationId="{9464E1A4-A03A-9499-E035-D6B71C56CFAD}"/>
          </ac:picMkLst>
        </pc:picChg>
      </pc:sldChg>
      <pc:sldChg chg="addSp delSp modSp mod">
        <pc:chgData name="Zhang, H. (Aloise)" userId="669d39e4-d405-4618-abf0-c419d47f19fb" providerId="ADAL" clId="{F0142FFB-EACF-4F04-8D6B-DF57BBC3909C}" dt="2025-06-10T02:02:47.741" v="201" actId="1076"/>
        <pc:sldMkLst>
          <pc:docMk/>
          <pc:sldMk cId="2247022721" sldId="2147479027"/>
        </pc:sldMkLst>
        <pc:picChg chg="add mod">
          <ac:chgData name="Zhang, H. (Aloise)" userId="669d39e4-d405-4618-abf0-c419d47f19fb" providerId="ADAL" clId="{F0142FFB-EACF-4F04-8D6B-DF57BBC3909C}" dt="2025-06-10T02:02:47.741" v="201" actId="1076"/>
          <ac:picMkLst>
            <pc:docMk/>
            <pc:sldMk cId="2247022721" sldId="2147479027"/>
            <ac:picMk id="3" creationId="{821723FE-BB02-5F38-45A2-52B706CFCC74}"/>
          </ac:picMkLst>
        </pc:picChg>
        <pc:picChg chg="del">
          <ac:chgData name="Zhang, H. (Aloise)" userId="669d39e4-d405-4618-abf0-c419d47f19fb" providerId="ADAL" clId="{F0142FFB-EACF-4F04-8D6B-DF57BBC3909C}" dt="2025-06-10T02:02:40.836" v="198" actId="478"/>
          <ac:picMkLst>
            <pc:docMk/>
            <pc:sldMk cId="2247022721" sldId="2147479027"/>
            <ac:picMk id="4" creationId="{2A9A87A4-33FB-E45C-61A3-6161EEF29984}"/>
          </ac:picMkLst>
        </pc:picChg>
      </pc:sldChg>
      <pc:sldChg chg="addSp delSp modSp mod">
        <pc:chgData name="Zhang, H. (Aloise)" userId="669d39e4-d405-4618-abf0-c419d47f19fb" providerId="ADAL" clId="{F0142FFB-EACF-4F04-8D6B-DF57BBC3909C}" dt="2025-06-10T02:03:38.882" v="205" actId="1076"/>
        <pc:sldMkLst>
          <pc:docMk/>
          <pc:sldMk cId="647177604" sldId="2147479028"/>
        </pc:sldMkLst>
        <pc:picChg chg="add mod">
          <ac:chgData name="Zhang, H. (Aloise)" userId="669d39e4-d405-4618-abf0-c419d47f19fb" providerId="ADAL" clId="{F0142FFB-EACF-4F04-8D6B-DF57BBC3909C}" dt="2025-06-10T02:03:38.882" v="205" actId="1076"/>
          <ac:picMkLst>
            <pc:docMk/>
            <pc:sldMk cId="647177604" sldId="2147479028"/>
            <ac:picMk id="3" creationId="{0C1BB970-0759-FAA9-020B-7FEC3D522EC4}"/>
          </ac:picMkLst>
        </pc:picChg>
        <pc:picChg chg="del">
          <ac:chgData name="Zhang, H. (Aloise)" userId="669d39e4-d405-4618-abf0-c419d47f19fb" providerId="ADAL" clId="{F0142FFB-EACF-4F04-8D6B-DF57BBC3909C}" dt="2025-06-10T02:03:33.270" v="202" actId="478"/>
          <ac:picMkLst>
            <pc:docMk/>
            <pc:sldMk cId="647177604" sldId="2147479028"/>
            <ac:picMk id="4" creationId="{9B63357B-3B68-012D-0301-C18626B0EE96}"/>
          </ac:picMkLst>
        </pc:picChg>
      </pc:sldChg>
    </pc:docChg>
  </pc:docChgLst>
  <pc:docChgLst>
    <pc:chgData name="Zhang, H. (Aloise)" userId="669d39e4-d405-4618-abf0-c419d47f19fb" providerId="ADAL" clId="{51EEA92F-309D-4801-86E4-EA4EF310B8BA}"/>
    <pc:docChg chg="custSel modSld">
      <pc:chgData name="Zhang, H. (Aloise)" userId="669d39e4-d405-4618-abf0-c419d47f19fb" providerId="ADAL" clId="{51EEA92F-309D-4801-86E4-EA4EF310B8BA}" dt="2025-04-09T03:51:33.647" v="212" actId="1076"/>
      <pc:docMkLst>
        <pc:docMk/>
      </pc:docMkLst>
      <pc:sldChg chg="addSp delSp modSp mod">
        <pc:chgData name="Zhang, H. (Aloise)" userId="669d39e4-d405-4618-abf0-c419d47f19fb" providerId="ADAL" clId="{51EEA92F-309D-4801-86E4-EA4EF310B8BA}" dt="2025-04-09T02:53:05.609" v="49" actId="1076"/>
        <pc:sldMkLst>
          <pc:docMk/>
          <pc:sldMk cId="3812344724" sldId="2147479015"/>
        </pc:sldMkLst>
        <pc:spChg chg="mod">
          <ac:chgData name="Zhang, H. (Aloise)" userId="669d39e4-d405-4618-abf0-c419d47f19fb" providerId="ADAL" clId="{51EEA92F-309D-4801-86E4-EA4EF310B8BA}" dt="2025-04-09T02:50:52.285" v="31" actId="20577"/>
          <ac:spMkLst>
            <pc:docMk/>
            <pc:sldMk cId="3812344724" sldId="2147479015"/>
            <ac:spMk id="2" creationId="{2D43AD39-CEEC-4931-8462-9D9324EB97C9}"/>
          </ac:spMkLst>
        </pc:spChg>
        <pc:spChg chg="mod">
          <ac:chgData name="Zhang, H. (Aloise)" userId="669d39e4-d405-4618-abf0-c419d47f19fb" providerId="ADAL" clId="{51EEA92F-309D-4801-86E4-EA4EF310B8BA}" dt="2025-04-09T02:52:23.340" v="40" actId="20577"/>
          <ac:spMkLst>
            <pc:docMk/>
            <pc:sldMk cId="3812344724" sldId="2147479015"/>
            <ac:spMk id="5" creationId="{C7EF06A6-1676-F2DB-C6C3-451D4029B238}"/>
          </ac:spMkLst>
        </pc:spChg>
        <pc:picChg chg="del">
          <ac:chgData name="Zhang, H. (Aloise)" userId="669d39e4-d405-4618-abf0-c419d47f19fb" providerId="ADAL" clId="{51EEA92F-309D-4801-86E4-EA4EF310B8BA}" dt="2025-04-09T02:51:58.997" v="32" actId="478"/>
          <ac:picMkLst>
            <pc:docMk/>
            <pc:sldMk cId="3812344724" sldId="2147479015"/>
            <ac:picMk id="3" creationId="{84F20985-2C45-60A3-8418-9BC04CF66371}"/>
          </ac:picMkLst>
        </pc:picChg>
        <pc:picChg chg="add mod">
          <ac:chgData name="Zhang, H. (Aloise)" userId="669d39e4-d405-4618-abf0-c419d47f19fb" providerId="ADAL" clId="{51EEA92F-309D-4801-86E4-EA4EF310B8BA}" dt="2025-04-09T02:52:10.488" v="36" actId="1076"/>
          <ac:picMkLst>
            <pc:docMk/>
            <pc:sldMk cId="3812344724" sldId="2147479015"/>
            <ac:picMk id="4" creationId="{8562CEDF-D138-2476-D05F-AFC891FEC1FB}"/>
          </ac:picMkLst>
        </pc:picChg>
        <pc:picChg chg="add mod">
          <ac:chgData name="Zhang, H. (Aloise)" userId="669d39e4-d405-4618-abf0-c419d47f19fb" providerId="ADAL" clId="{51EEA92F-309D-4801-86E4-EA4EF310B8BA}" dt="2025-04-09T02:53:05.609" v="49" actId="1076"/>
          <ac:picMkLst>
            <pc:docMk/>
            <pc:sldMk cId="3812344724" sldId="2147479015"/>
            <ac:picMk id="6" creationId="{71723F53-1B89-9F50-171B-50B9C96E55A2}"/>
          </ac:picMkLst>
        </pc:picChg>
        <pc:picChg chg="del">
          <ac:chgData name="Zhang, H. (Aloise)" userId="669d39e4-d405-4618-abf0-c419d47f19fb" providerId="ADAL" clId="{51EEA92F-309D-4801-86E4-EA4EF310B8BA}" dt="2025-04-09T02:52:25.725" v="41" actId="478"/>
          <ac:picMkLst>
            <pc:docMk/>
            <pc:sldMk cId="3812344724" sldId="2147479015"/>
            <ac:picMk id="10" creationId="{F7F481B5-864C-40DA-F7AE-0AAE6B211794}"/>
          </ac:picMkLst>
        </pc:picChg>
      </pc:sldChg>
      <pc:sldChg chg="addSp delSp modSp mod">
        <pc:chgData name="Zhang, H. (Aloise)" userId="669d39e4-d405-4618-abf0-c419d47f19fb" providerId="ADAL" clId="{51EEA92F-309D-4801-86E4-EA4EF310B8BA}" dt="2025-04-09T03:23:40.850" v="172" actId="6549"/>
        <pc:sldMkLst>
          <pc:docMk/>
          <pc:sldMk cId="3615244666" sldId="2147479016"/>
        </pc:sldMkLst>
        <pc:spChg chg="add mod">
          <ac:chgData name="Zhang, H. (Aloise)" userId="669d39e4-d405-4618-abf0-c419d47f19fb" providerId="ADAL" clId="{51EEA92F-309D-4801-86E4-EA4EF310B8BA}" dt="2025-04-09T03:23:40.850" v="172" actId="6549"/>
          <ac:spMkLst>
            <pc:docMk/>
            <pc:sldMk cId="3615244666" sldId="2147479016"/>
            <ac:spMk id="10" creationId="{627AEE34-635A-E5D4-9008-1662DD034DC4}"/>
          </ac:spMkLst>
        </pc:spChg>
        <pc:picChg chg="add mod">
          <ac:chgData name="Zhang, H. (Aloise)" userId="669d39e4-d405-4618-abf0-c419d47f19fb" providerId="ADAL" clId="{51EEA92F-309D-4801-86E4-EA4EF310B8BA}" dt="2025-04-09T03:22:18.716" v="91" actId="1076"/>
          <ac:picMkLst>
            <pc:docMk/>
            <pc:sldMk cId="3615244666" sldId="2147479016"/>
            <ac:picMk id="3" creationId="{599E0E01-4E19-A8C2-153B-7FADEE83F996}"/>
          </ac:picMkLst>
        </pc:picChg>
        <pc:picChg chg="del">
          <ac:chgData name="Zhang, H. (Aloise)" userId="669d39e4-d405-4618-abf0-c419d47f19fb" providerId="ADAL" clId="{51EEA92F-309D-4801-86E4-EA4EF310B8BA}" dt="2025-04-09T03:13:30.518" v="70" actId="478"/>
          <ac:picMkLst>
            <pc:docMk/>
            <pc:sldMk cId="3615244666" sldId="2147479016"/>
            <ac:picMk id="4" creationId="{E8E4D25A-3A6C-EFCE-0CB4-25951FD866D5}"/>
          </ac:picMkLst>
        </pc:picChg>
        <pc:picChg chg="add del mod">
          <ac:chgData name="Zhang, H. (Aloise)" userId="669d39e4-d405-4618-abf0-c419d47f19fb" providerId="ADAL" clId="{51EEA92F-309D-4801-86E4-EA4EF310B8BA}" dt="2025-04-09T03:16:11.455" v="83" actId="478"/>
          <ac:picMkLst>
            <pc:docMk/>
            <pc:sldMk cId="3615244666" sldId="2147479016"/>
            <ac:picMk id="6" creationId="{4A2598CD-9096-02E8-31B3-CFE3B3E02AFA}"/>
          </ac:picMkLst>
        </pc:picChg>
        <pc:picChg chg="del">
          <ac:chgData name="Zhang, H. (Aloise)" userId="669d39e4-d405-4618-abf0-c419d47f19fb" providerId="ADAL" clId="{51EEA92F-309D-4801-86E4-EA4EF310B8BA}" dt="2025-04-09T03:15:25.119" v="75" actId="478"/>
          <ac:picMkLst>
            <pc:docMk/>
            <pc:sldMk cId="3615244666" sldId="2147479016"/>
            <ac:picMk id="7" creationId="{AAE66B4D-EBBC-0487-6625-0F54D57D6F27}"/>
          </ac:picMkLst>
        </pc:picChg>
        <pc:picChg chg="add mod">
          <ac:chgData name="Zhang, H. (Aloise)" userId="669d39e4-d405-4618-abf0-c419d47f19fb" providerId="ADAL" clId="{51EEA92F-309D-4801-86E4-EA4EF310B8BA}" dt="2025-04-09T03:22:22.872" v="93" actId="1076"/>
          <ac:picMkLst>
            <pc:docMk/>
            <pc:sldMk cId="3615244666" sldId="2147479016"/>
            <ac:picMk id="8" creationId="{AB3EAE83-3953-F66C-3840-7DC08BAC180A}"/>
          </ac:picMkLst>
        </pc:picChg>
      </pc:sldChg>
      <pc:sldChg chg="addSp delSp modSp mod">
        <pc:chgData name="Zhang, H. (Aloise)" userId="669d39e4-d405-4618-abf0-c419d47f19fb" providerId="ADAL" clId="{51EEA92F-309D-4801-86E4-EA4EF310B8BA}" dt="2025-04-09T03:27:30.857" v="181" actId="1076"/>
        <pc:sldMkLst>
          <pc:docMk/>
          <pc:sldMk cId="3095730842" sldId="2147479018"/>
        </pc:sldMkLst>
        <pc:picChg chg="del">
          <ac:chgData name="Zhang, H. (Aloise)" userId="669d39e4-d405-4618-abf0-c419d47f19fb" providerId="ADAL" clId="{51EEA92F-309D-4801-86E4-EA4EF310B8BA}" dt="2025-04-09T03:27:23.937" v="179" actId="478"/>
          <ac:picMkLst>
            <pc:docMk/>
            <pc:sldMk cId="3095730842" sldId="2147479018"/>
            <ac:picMk id="3" creationId="{9A9A835C-6CE0-D670-F6F6-D5F162485307}"/>
          </ac:picMkLst>
        </pc:picChg>
        <pc:picChg chg="add mod">
          <ac:chgData name="Zhang, H. (Aloise)" userId="669d39e4-d405-4618-abf0-c419d47f19fb" providerId="ADAL" clId="{51EEA92F-309D-4801-86E4-EA4EF310B8BA}" dt="2025-04-09T03:27:30.857" v="181" actId="1076"/>
          <ac:picMkLst>
            <pc:docMk/>
            <pc:sldMk cId="3095730842" sldId="2147479018"/>
            <ac:picMk id="4" creationId="{EC58417E-019B-1190-6635-67154B58704A}"/>
          </ac:picMkLst>
        </pc:picChg>
      </pc:sldChg>
      <pc:sldChg chg="addSp delSp modSp mod">
        <pc:chgData name="Zhang, H. (Aloise)" userId="669d39e4-d405-4618-abf0-c419d47f19fb" providerId="ADAL" clId="{51EEA92F-309D-4801-86E4-EA4EF310B8BA}" dt="2025-04-09T03:51:33.647" v="212" actId="1076"/>
        <pc:sldMkLst>
          <pc:docMk/>
          <pc:sldMk cId="1268562801" sldId="2147479019"/>
        </pc:sldMkLst>
        <pc:picChg chg="del">
          <ac:chgData name="Zhang, H. (Aloise)" userId="669d39e4-d405-4618-abf0-c419d47f19fb" providerId="ADAL" clId="{51EEA92F-309D-4801-86E4-EA4EF310B8BA}" dt="2025-04-09T03:49:46.445" v="201" actId="478"/>
          <ac:picMkLst>
            <pc:docMk/>
            <pc:sldMk cId="1268562801" sldId="2147479019"/>
            <ac:picMk id="3" creationId="{4D0B6A37-1BA5-5A9C-8E4D-18A7986F65D6}"/>
          </ac:picMkLst>
        </pc:picChg>
        <pc:picChg chg="del">
          <ac:chgData name="Zhang, H. (Aloise)" userId="669d39e4-d405-4618-abf0-c419d47f19fb" providerId="ADAL" clId="{51EEA92F-309D-4801-86E4-EA4EF310B8BA}" dt="2025-04-09T03:51:17.551" v="208" actId="478"/>
          <ac:picMkLst>
            <pc:docMk/>
            <pc:sldMk cId="1268562801" sldId="2147479019"/>
            <ac:picMk id="4" creationId="{D0940F04-7068-388F-6502-EE62B135CB4E}"/>
          </ac:picMkLst>
        </pc:picChg>
        <pc:picChg chg="add del mod">
          <ac:chgData name="Zhang, H. (Aloise)" userId="669d39e4-d405-4618-abf0-c419d47f19fb" providerId="ADAL" clId="{51EEA92F-309D-4801-86E4-EA4EF310B8BA}" dt="2025-04-09T03:50:52.863" v="205" actId="478"/>
          <ac:picMkLst>
            <pc:docMk/>
            <pc:sldMk cId="1268562801" sldId="2147479019"/>
            <ac:picMk id="5" creationId="{026D5F12-9F9C-CA26-B72B-6F0657548682}"/>
          </ac:picMkLst>
        </pc:picChg>
        <pc:picChg chg="add mod">
          <ac:chgData name="Zhang, H. (Aloise)" userId="669d39e4-d405-4618-abf0-c419d47f19fb" providerId="ADAL" clId="{51EEA92F-309D-4801-86E4-EA4EF310B8BA}" dt="2025-04-09T03:50:57.367" v="207" actId="14100"/>
          <ac:picMkLst>
            <pc:docMk/>
            <pc:sldMk cId="1268562801" sldId="2147479019"/>
            <ac:picMk id="7" creationId="{D2556865-7116-9EB6-C547-0E6EB902794B}"/>
          </ac:picMkLst>
        </pc:picChg>
        <pc:picChg chg="add mod">
          <ac:chgData name="Zhang, H. (Aloise)" userId="669d39e4-d405-4618-abf0-c419d47f19fb" providerId="ADAL" clId="{51EEA92F-309D-4801-86E4-EA4EF310B8BA}" dt="2025-04-09T03:51:33.647" v="212" actId="1076"/>
          <ac:picMkLst>
            <pc:docMk/>
            <pc:sldMk cId="1268562801" sldId="2147479019"/>
            <ac:picMk id="8" creationId="{735E5AFF-A9D0-E421-3822-FB9DC31EF832}"/>
          </ac:picMkLst>
        </pc:picChg>
      </pc:sldChg>
      <pc:sldChg chg="addSp delSp modSp mod">
        <pc:chgData name="Zhang, H. (Aloise)" userId="669d39e4-d405-4618-abf0-c419d47f19fb" providerId="ADAL" clId="{51EEA92F-309D-4801-86E4-EA4EF310B8BA}" dt="2025-04-09T03:34:54.437" v="187" actId="20577"/>
        <pc:sldMkLst>
          <pc:docMk/>
          <pc:sldMk cId="261761247" sldId="2147479020"/>
        </pc:sldMkLst>
        <pc:spChg chg="mod">
          <ac:chgData name="Zhang, H. (Aloise)" userId="669d39e4-d405-4618-abf0-c419d47f19fb" providerId="ADAL" clId="{51EEA92F-309D-4801-86E4-EA4EF310B8BA}" dt="2025-04-09T03:34:54.437" v="187" actId="20577"/>
          <ac:spMkLst>
            <pc:docMk/>
            <pc:sldMk cId="261761247" sldId="2147479020"/>
            <ac:spMk id="4" creationId="{9B63AAC7-EC97-7E7D-E3EE-A1ED8FD99108}"/>
          </ac:spMkLst>
        </pc:spChg>
        <pc:picChg chg="del">
          <ac:chgData name="Zhang, H. (Aloise)" userId="669d39e4-d405-4618-abf0-c419d47f19fb" providerId="ADAL" clId="{51EEA92F-309D-4801-86E4-EA4EF310B8BA}" dt="2025-04-09T03:34:19.821" v="182" actId="478"/>
          <ac:picMkLst>
            <pc:docMk/>
            <pc:sldMk cId="261761247" sldId="2147479020"/>
            <ac:picMk id="3" creationId="{283D0678-509F-CE99-8CB5-A30214BD218C}"/>
          </ac:picMkLst>
        </pc:picChg>
        <pc:picChg chg="add mod">
          <ac:chgData name="Zhang, H. (Aloise)" userId="669d39e4-d405-4618-abf0-c419d47f19fb" providerId="ADAL" clId="{51EEA92F-309D-4801-86E4-EA4EF310B8BA}" dt="2025-04-09T03:34:28.301" v="184" actId="1076"/>
          <ac:picMkLst>
            <pc:docMk/>
            <pc:sldMk cId="261761247" sldId="2147479020"/>
            <ac:picMk id="5" creationId="{1346E853-B10F-A172-8331-1E8E86A3E6FE}"/>
          </ac:picMkLst>
        </pc:picChg>
      </pc:sldChg>
      <pc:sldChg chg="addSp delSp modSp mod">
        <pc:chgData name="Zhang, H. (Aloise)" userId="669d39e4-d405-4618-abf0-c419d47f19fb" providerId="ADAL" clId="{51EEA92F-309D-4801-86E4-EA4EF310B8BA}" dt="2025-04-09T03:26:35.564" v="178" actId="14100"/>
        <pc:sldMkLst>
          <pc:docMk/>
          <pc:sldMk cId="3934647177" sldId="2147479023"/>
        </pc:sldMkLst>
        <pc:picChg chg="del">
          <ac:chgData name="Zhang, H. (Aloise)" userId="669d39e4-d405-4618-abf0-c419d47f19fb" providerId="ADAL" clId="{51EEA92F-309D-4801-86E4-EA4EF310B8BA}" dt="2025-04-09T03:26:13.504" v="173" actId="478"/>
          <ac:picMkLst>
            <pc:docMk/>
            <pc:sldMk cId="3934647177" sldId="2147479023"/>
            <ac:picMk id="3" creationId="{02B690A4-8E88-7628-5DEE-221D68456300}"/>
          </ac:picMkLst>
        </pc:picChg>
        <pc:picChg chg="add mod">
          <ac:chgData name="Zhang, H. (Aloise)" userId="669d39e4-d405-4618-abf0-c419d47f19fb" providerId="ADAL" clId="{51EEA92F-309D-4801-86E4-EA4EF310B8BA}" dt="2025-04-09T03:26:35.564" v="178" actId="14100"/>
          <ac:picMkLst>
            <pc:docMk/>
            <pc:sldMk cId="3934647177" sldId="2147479023"/>
            <ac:picMk id="4" creationId="{9266C37F-9AB0-E709-31FA-0D10FD609CE2}"/>
          </ac:picMkLst>
        </pc:picChg>
      </pc:sldChg>
      <pc:sldChg chg="addSp delSp modSp mod">
        <pc:chgData name="Zhang, H. (Aloise)" userId="669d39e4-d405-4618-abf0-c419d47f19fb" providerId="ADAL" clId="{51EEA92F-309D-4801-86E4-EA4EF310B8BA}" dt="2025-04-09T02:50:25.220" v="24" actId="20577"/>
        <pc:sldMkLst>
          <pc:docMk/>
          <pc:sldMk cId="2658016897" sldId="2147479024"/>
        </pc:sldMkLst>
        <pc:spChg chg="mod">
          <ac:chgData name="Zhang, H. (Aloise)" userId="669d39e4-d405-4618-abf0-c419d47f19fb" providerId="ADAL" clId="{51EEA92F-309D-4801-86E4-EA4EF310B8BA}" dt="2025-04-09T02:50:25.220" v="24" actId="20577"/>
          <ac:spMkLst>
            <pc:docMk/>
            <pc:sldMk cId="2658016897" sldId="2147479024"/>
            <ac:spMk id="4" creationId="{87568A90-6390-F1E0-E603-2B1626E64BE3}"/>
          </ac:spMkLst>
        </pc:spChg>
        <pc:picChg chg="del">
          <ac:chgData name="Zhang, H. (Aloise)" userId="669d39e4-d405-4618-abf0-c419d47f19fb" providerId="ADAL" clId="{51EEA92F-309D-4801-86E4-EA4EF310B8BA}" dt="2025-04-09T02:49:31.984" v="17" actId="478"/>
          <ac:picMkLst>
            <pc:docMk/>
            <pc:sldMk cId="2658016897" sldId="2147479024"/>
            <ac:picMk id="3" creationId="{7B217272-687B-20E0-8195-422B9B315BC6}"/>
          </ac:picMkLst>
        </pc:picChg>
        <pc:picChg chg="add mod">
          <ac:chgData name="Zhang, H. (Aloise)" userId="669d39e4-d405-4618-abf0-c419d47f19fb" providerId="ADAL" clId="{51EEA92F-309D-4801-86E4-EA4EF310B8BA}" dt="2025-04-09T02:50:11.090" v="19" actId="14100"/>
          <ac:picMkLst>
            <pc:docMk/>
            <pc:sldMk cId="2658016897" sldId="2147479024"/>
            <ac:picMk id="5" creationId="{88861B49-27A6-FCB7-B994-1012BD38382E}"/>
          </ac:picMkLst>
        </pc:picChg>
      </pc:sldChg>
      <pc:sldChg chg="addSp delSp modSp mod">
        <pc:chgData name="Zhang, H. (Aloise)" userId="669d39e4-d405-4618-abf0-c419d47f19fb" providerId="ADAL" clId="{51EEA92F-309D-4801-86E4-EA4EF310B8BA}" dt="2025-04-09T03:00:31.035" v="69" actId="14100"/>
        <pc:sldMkLst>
          <pc:docMk/>
          <pc:sldMk cId="1981672907" sldId="2147479026"/>
        </pc:sldMkLst>
        <pc:spChg chg="mod">
          <ac:chgData name="Zhang, H. (Aloise)" userId="669d39e4-d405-4618-abf0-c419d47f19fb" providerId="ADAL" clId="{51EEA92F-309D-4801-86E4-EA4EF310B8BA}" dt="2025-04-09T02:57:09.994" v="52" actId="20577"/>
          <ac:spMkLst>
            <pc:docMk/>
            <pc:sldMk cId="1981672907" sldId="2147479026"/>
            <ac:spMk id="2" creationId="{2D43AD39-CEEC-4931-8462-9D9324EB97C9}"/>
          </ac:spMkLst>
        </pc:spChg>
        <pc:spChg chg="mod">
          <ac:chgData name="Zhang, H. (Aloise)" userId="669d39e4-d405-4618-abf0-c419d47f19fb" providerId="ADAL" clId="{51EEA92F-309D-4801-86E4-EA4EF310B8BA}" dt="2025-04-09T03:00:07.076" v="63" actId="20577"/>
          <ac:spMkLst>
            <pc:docMk/>
            <pc:sldMk cId="1981672907" sldId="2147479026"/>
            <ac:spMk id="6" creationId="{3521DAEB-21E2-8D72-F4ED-DAE10DED5D1C}"/>
          </ac:spMkLst>
        </pc:spChg>
        <pc:picChg chg="add mod">
          <ac:chgData name="Zhang, H. (Aloise)" userId="669d39e4-d405-4618-abf0-c419d47f19fb" providerId="ADAL" clId="{51EEA92F-309D-4801-86E4-EA4EF310B8BA}" dt="2025-04-09T02:59:42.279" v="56" actId="14100"/>
          <ac:picMkLst>
            <pc:docMk/>
            <pc:sldMk cId="1981672907" sldId="2147479026"/>
            <ac:picMk id="3" creationId="{A80F09DE-D903-1061-CFC6-9503FEF1A61C}"/>
          </ac:picMkLst>
        </pc:picChg>
        <pc:picChg chg="add mod">
          <ac:chgData name="Zhang, H. (Aloise)" userId="669d39e4-d405-4618-abf0-c419d47f19fb" providerId="ADAL" clId="{51EEA92F-309D-4801-86E4-EA4EF310B8BA}" dt="2025-04-09T03:00:31.035" v="69" actId="14100"/>
          <ac:picMkLst>
            <pc:docMk/>
            <pc:sldMk cId="1981672907" sldId="2147479026"/>
            <ac:picMk id="4" creationId="{2103AAAF-9320-A8BB-77AE-5849861A51A9}"/>
          </ac:picMkLst>
        </pc:picChg>
        <pc:picChg chg="del">
          <ac:chgData name="Zhang, H. (Aloise)" userId="669d39e4-d405-4618-abf0-c419d47f19fb" providerId="ADAL" clId="{51EEA92F-309D-4801-86E4-EA4EF310B8BA}" dt="2025-04-09T02:59:33.332" v="53" actId="478"/>
          <ac:picMkLst>
            <pc:docMk/>
            <pc:sldMk cId="1981672907" sldId="2147479026"/>
            <ac:picMk id="5" creationId="{AE0F38B4-DB11-5241-B55B-6BF455B650C1}"/>
          </ac:picMkLst>
        </pc:picChg>
        <pc:picChg chg="del">
          <ac:chgData name="Zhang, H. (Aloise)" userId="669d39e4-d405-4618-abf0-c419d47f19fb" providerId="ADAL" clId="{51EEA92F-309D-4801-86E4-EA4EF310B8BA}" dt="2025-04-09T03:00:19.396" v="64" actId="478"/>
          <ac:picMkLst>
            <pc:docMk/>
            <pc:sldMk cId="1981672907" sldId="2147479026"/>
            <ac:picMk id="7" creationId="{F0CBD99B-E7EF-FDC2-0DA6-0AA1B2EECEF5}"/>
          </ac:picMkLst>
        </pc:picChg>
      </pc:sldChg>
      <pc:sldChg chg="addSp delSp modSp mod">
        <pc:chgData name="Zhang, H. (Aloise)" userId="669d39e4-d405-4618-abf0-c419d47f19fb" providerId="ADAL" clId="{51EEA92F-309D-4801-86E4-EA4EF310B8BA}" dt="2025-04-09T03:39:14.263" v="194" actId="14100"/>
        <pc:sldMkLst>
          <pc:docMk/>
          <pc:sldMk cId="2247022721" sldId="2147479027"/>
        </pc:sldMkLst>
        <pc:picChg chg="add mod">
          <ac:chgData name="Zhang, H. (Aloise)" userId="669d39e4-d405-4618-abf0-c419d47f19fb" providerId="ADAL" clId="{51EEA92F-309D-4801-86E4-EA4EF310B8BA}" dt="2025-04-09T03:39:14.263" v="194" actId="14100"/>
          <ac:picMkLst>
            <pc:docMk/>
            <pc:sldMk cId="2247022721" sldId="2147479027"/>
            <ac:picMk id="3" creationId="{46D3C409-EAC1-4B97-08AE-A11E04F98BFD}"/>
          </ac:picMkLst>
        </pc:picChg>
        <pc:picChg chg="del">
          <ac:chgData name="Zhang, H. (Aloise)" userId="669d39e4-d405-4618-abf0-c419d47f19fb" providerId="ADAL" clId="{51EEA92F-309D-4801-86E4-EA4EF310B8BA}" dt="2025-04-09T03:38:53.176" v="188" actId="478"/>
          <ac:picMkLst>
            <pc:docMk/>
            <pc:sldMk cId="2247022721" sldId="2147479027"/>
            <ac:picMk id="4" creationId="{29C50D0A-1FDF-AE58-41D7-72A6EB323D59}"/>
          </ac:picMkLst>
        </pc:picChg>
      </pc:sldChg>
      <pc:sldChg chg="addSp delSp modSp mod">
        <pc:chgData name="Zhang, H. (Aloise)" userId="669d39e4-d405-4618-abf0-c419d47f19fb" providerId="ADAL" clId="{51EEA92F-309D-4801-86E4-EA4EF310B8BA}" dt="2025-04-09T03:40:06.248" v="200" actId="1076"/>
        <pc:sldMkLst>
          <pc:docMk/>
          <pc:sldMk cId="647177604" sldId="2147479028"/>
        </pc:sldMkLst>
        <pc:picChg chg="add mod">
          <ac:chgData name="Zhang, H. (Aloise)" userId="669d39e4-d405-4618-abf0-c419d47f19fb" providerId="ADAL" clId="{51EEA92F-309D-4801-86E4-EA4EF310B8BA}" dt="2025-04-09T03:40:06.248" v="200" actId="1076"/>
          <ac:picMkLst>
            <pc:docMk/>
            <pc:sldMk cId="647177604" sldId="2147479028"/>
            <ac:picMk id="3" creationId="{51A4ADA1-901A-413C-5F83-423FB85D1DE9}"/>
          </ac:picMkLst>
        </pc:picChg>
        <pc:picChg chg="del">
          <ac:chgData name="Zhang, H. (Aloise)" userId="669d39e4-d405-4618-abf0-c419d47f19fb" providerId="ADAL" clId="{51EEA92F-309D-4801-86E4-EA4EF310B8BA}" dt="2025-04-09T03:39:54.465" v="195" actId="478"/>
          <ac:picMkLst>
            <pc:docMk/>
            <pc:sldMk cId="647177604" sldId="2147479028"/>
            <ac:picMk id="4" creationId="{84B5921F-8A1C-BA23-85C5-547C091879B8}"/>
          </ac:picMkLst>
        </pc:picChg>
      </pc:sldChg>
    </pc:docChg>
  </pc:docChgLst>
  <pc:docChgLst>
    <pc:chgData name="Zhang, H. (Aloise)" userId="669d39e4-d405-4618-abf0-c419d47f19fb" providerId="ADAL" clId="{58157EF4-6859-45ED-8FFB-FF7D4E2823A9}"/>
    <pc:docChg chg="custSel modSld">
      <pc:chgData name="Zhang, H. (Aloise)" userId="669d39e4-d405-4618-abf0-c419d47f19fb" providerId="ADAL" clId="{58157EF4-6859-45ED-8FFB-FF7D4E2823A9}" dt="2024-11-06T06:37:46.493" v="226" actId="1076"/>
      <pc:docMkLst>
        <pc:docMk/>
      </pc:docMkLst>
      <pc:sldChg chg="addSp delSp modSp mod">
        <pc:chgData name="Zhang, H. (Aloise)" userId="669d39e4-d405-4618-abf0-c419d47f19fb" providerId="ADAL" clId="{58157EF4-6859-45ED-8FFB-FF7D4E2823A9}" dt="2024-11-06T06:09:50.522" v="188" actId="1076"/>
        <pc:sldMkLst>
          <pc:docMk/>
          <pc:sldMk cId="3812344724" sldId="2147479015"/>
        </pc:sldMkLst>
        <pc:spChg chg="mod">
          <ac:chgData name="Zhang, H. (Aloise)" userId="669d39e4-d405-4618-abf0-c419d47f19fb" providerId="ADAL" clId="{58157EF4-6859-45ED-8FFB-FF7D4E2823A9}" dt="2024-11-06T05:46:16.229" v="35" actId="20577"/>
          <ac:spMkLst>
            <pc:docMk/>
            <pc:sldMk cId="3812344724" sldId="2147479015"/>
            <ac:spMk id="5" creationId="{C7EF06A6-1676-F2DB-C6C3-451D4029B238}"/>
          </ac:spMkLst>
        </pc:spChg>
        <pc:picChg chg="del">
          <ac:chgData name="Zhang, H. (Aloise)" userId="669d39e4-d405-4618-abf0-c419d47f19fb" providerId="ADAL" clId="{58157EF4-6859-45ED-8FFB-FF7D4E2823A9}" dt="2024-11-06T05:45:40.542" v="26" actId="478"/>
          <ac:picMkLst>
            <pc:docMk/>
            <pc:sldMk cId="3812344724" sldId="2147479015"/>
            <ac:picMk id="3" creationId="{7E7F288A-2765-8D04-8FE4-0F2022A92DD9}"/>
          </ac:picMkLst>
        </pc:picChg>
        <pc:picChg chg="add mod">
          <ac:chgData name="Zhang, H. (Aloise)" userId="669d39e4-d405-4618-abf0-c419d47f19fb" providerId="ADAL" clId="{58157EF4-6859-45ED-8FFB-FF7D4E2823A9}" dt="2024-11-06T05:45:53.016" v="29" actId="1076"/>
          <ac:picMkLst>
            <pc:docMk/>
            <pc:sldMk cId="3812344724" sldId="2147479015"/>
            <ac:picMk id="4" creationId="{4B23CD55-08BD-4287-7BF3-07568E691D74}"/>
          </ac:picMkLst>
        </pc:picChg>
        <pc:picChg chg="add mod">
          <ac:chgData name="Zhang, H. (Aloise)" userId="669d39e4-d405-4618-abf0-c419d47f19fb" providerId="ADAL" clId="{58157EF4-6859-45ED-8FFB-FF7D4E2823A9}" dt="2024-11-06T06:09:50.522" v="188" actId="1076"/>
          <ac:picMkLst>
            <pc:docMk/>
            <pc:sldMk cId="3812344724" sldId="2147479015"/>
            <ac:picMk id="6" creationId="{AB42FAFD-E1FF-8551-A5B2-CD9ABAEE42EC}"/>
          </ac:picMkLst>
        </pc:picChg>
        <pc:picChg chg="del">
          <ac:chgData name="Zhang, H. (Aloise)" userId="669d39e4-d405-4618-abf0-c419d47f19fb" providerId="ADAL" clId="{58157EF4-6859-45ED-8FFB-FF7D4E2823A9}" dt="2024-11-06T06:09:40.113" v="185" actId="478"/>
          <ac:picMkLst>
            <pc:docMk/>
            <pc:sldMk cId="3812344724" sldId="2147479015"/>
            <ac:picMk id="10" creationId="{6145D267-C0D4-04EC-DA39-B34143DCB02A}"/>
          </ac:picMkLst>
        </pc:picChg>
      </pc:sldChg>
      <pc:sldChg chg="addSp delSp modSp mod">
        <pc:chgData name="Zhang, H. (Aloise)" userId="669d39e4-d405-4618-abf0-c419d47f19fb" providerId="ADAL" clId="{58157EF4-6859-45ED-8FFB-FF7D4E2823A9}" dt="2024-11-06T05:51:54.469" v="44" actId="14100"/>
        <pc:sldMkLst>
          <pc:docMk/>
          <pc:sldMk cId="3615244666" sldId="2147479016"/>
        </pc:sldMkLst>
        <pc:picChg chg="add del mod">
          <ac:chgData name="Zhang, H. (Aloise)" userId="669d39e4-d405-4618-abf0-c419d47f19fb" providerId="ADAL" clId="{58157EF4-6859-45ED-8FFB-FF7D4E2823A9}" dt="2024-11-06T05:51:30.556" v="40" actId="478"/>
          <ac:picMkLst>
            <pc:docMk/>
            <pc:sldMk cId="3615244666" sldId="2147479016"/>
            <ac:picMk id="3" creationId="{865DA389-46F9-A38D-84D4-3A1D6115837D}"/>
          </ac:picMkLst>
        </pc:picChg>
        <pc:picChg chg="del">
          <ac:chgData name="Zhang, H. (Aloise)" userId="669d39e4-d405-4618-abf0-c419d47f19fb" providerId="ADAL" clId="{58157EF4-6859-45ED-8FFB-FF7D4E2823A9}" dt="2024-11-06T05:50:22.711" v="36" actId="478"/>
          <ac:picMkLst>
            <pc:docMk/>
            <pc:sldMk cId="3615244666" sldId="2147479016"/>
            <ac:picMk id="4" creationId="{185D8125-8B0C-DB73-5CD6-715BF12478D1}"/>
          </ac:picMkLst>
        </pc:picChg>
        <pc:picChg chg="add mod">
          <ac:chgData name="Zhang, H. (Aloise)" userId="669d39e4-d405-4618-abf0-c419d47f19fb" providerId="ADAL" clId="{58157EF4-6859-45ED-8FFB-FF7D4E2823A9}" dt="2024-11-06T05:51:54.469" v="44" actId="14100"/>
          <ac:picMkLst>
            <pc:docMk/>
            <pc:sldMk cId="3615244666" sldId="2147479016"/>
            <ac:picMk id="6" creationId="{A5643422-7134-C2F0-5B57-91D785ED0345}"/>
          </ac:picMkLst>
        </pc:picChg>
      </pc:sldChg>
      <pc:sldChg chg="addSp delSp modSp mod">
        <pc:chgData name="Zhang, H. (Aloise)" userId="669d39e4-d405-4618-abf0-c419d47f19fb" providerId="ADAL" clId="{58157EF4-6859-45ED-8FFB-FF7D4E2823A9}" dt="2024-11-06T05:54:14.575" v="57" actId="20577"/>
        <pc:sldMkLst>
          <pc:docMk/>
          <pc:sldMk cId="3095730842" sldId="2147479018"/>
        </pc:sldMkLst>
        <pc:spChg chg="mod">
          <ac:chgData name="Zhang, H. (Aloise)" userId="669d39e4-d405-4618-abf0-c419d47f19fb" providerId="ADAL" clId="{58157EF4-6859-45ED-8FFB-FF7D4E2823A9}" dt="2024-11-06T05:54:14.575" v="57" actId="20577"/>
          <ac:spMkLst>
            <pc:docMk/>
            <pc:sldMk cId="3095730842" sldId="2147479018"/>
            <ac:spMk id="6" creationId="{6043614A-E02E-ADB9-B922-03E0C51608CC}"/>
          </ac:spMkLst>
        </pc:spChg>
        <pc:picChg chg="add mod">
          <ac:chgData name="Zhang, H. (Aloise)" userId="669d39e4-d405-4618-abf0-c419d47f19fb" providerId="ADAL" clId="{58157EF4-6859-45ED-8FFB-FF7D4E2823A9}" dt="2024-11-06T05:54:10.658" v="54" actId="1076"/>
          <ac:picMkLst>
            <pc:docMk/>
            <pc:sldMk cId="3095730842" sldId="2147479018"/>
            <ac:picMk id="3" creationId="{47A571F3-95CC-1FE8-69AA-6336F8E7480E}"/>
          </ac:picMkLst>
        </pc:picChg>
        <pc:picChg chg="del">
          <ac:chgData name="Zhang, H. (Aloise)" userId="669d39e4-d405-4618-abf0-c419d47f19fb" providerId="ADAL" clId="{58157EF4-6859-45ED-8FFB-FF7D4E2823A9}" dt="2024-11-06T05:54:02.223" v="52" actId="478"/>
          <ac:picMkLst>
            <pc:docMk/>
            <pc:sldMk cId="3095730842" sldId="2147479018"/>
            <ac:picMk id="4" creationId="{6F931C99-6E1D-1456-AEA2-524166127CA7}"/>
          </ac:picMkLst>
        </pc:picChg>
      </pc:sldChg>
      <pc:sldChg chg="addSp delSp modSp mod">
        <pc:chgData name="Zhang, H. (Aloise)" userId="669d39e4-d405-4618-abf0-c419d47f19fb" providerId="ADAL" clId="{58157EF4-6859-45ED-8FFB-FF7D4E2823A9}" dt="2024-11-06T06:37:46.493" v="226" actId="1076"/>
        <pc:sldMkLst>
          <pc:docMk/>
          <pc:sldMk cId="1268562801" sldId="2147479019"/>
        </pc:sldMkLst>
        <pc:picChg chg="add mod">
          <ac:chgData name="Zhang, H. (Aloise)" userId="669d39e4-d405-4618-abf0-c419d47f19fb" providerId="ADAL" clId="{58157EF4-6859-45ED-8FFB-FF7D4E2823A9}" dt="2024-11-06T06:37:46.493" v="226" actId="1076"/>
          <ac:picMkLst>
            <pc:docMk/>
            <pc:sldMk cId="1268562801" sldId="2147479019"/>
            <ac:picMk id="3" creationId="{E943A80E-7B07-0A9D-4EDD-8CEB67B953B4}"/>
          </ac:picMkLst>
        </pc:picChg>
        <pc:picChg chg="del">
          <ac:chgData name="Zhang, H. (Aloise)" userId="669d39e4-d405-4618-abf0-c419d47f19fb" providerId="ADAL" clId="{58157EF4-6859-45ED-8FFB-FF7D4E2823A9}" dt="2024-11-06T06:36:40.255" v="221" actId="478"/>
          <ac:picMkLst>
            <pc:docMk/>
            <pc:sldMk cId="1268562801" sldId="2147479019"/>
            <ac:picMk id="4" creationId="{5CEC0EAD-16BA-BBD2-3E68-0CB8EFB43CA5}"/>
          </ac:picMkLst>
        </pc:picChg>
        <pc:picChg chg="del">
          <ac:chgData name="Zhang, H. (Aloise)" userId="669d39e4-d405-4618-abf0-c419d47f19fb" providerId="ADAL" clId="{58157EF4-6859-45ED-8FFB-FF7D4E2823A9}" dt="2024-11-06T06:36:30.497" v="217" actId="478"/>
          <ac:picMkLst>
            <pc:docMk/>
            <pc:sldMk cId="1268562801" sldId="2147479019"/>
            <ac:picMk id="5" creationId="{FEE89193-222D-22F9-B2E1-443621FB5B75}"/>
          </ac:picMkLst>
        </pc:picChg>
        <pc:picChg chg="add mod">
          <ac:chgData name="Zhang, H. (Aloise)" userId="669d39e4-d405-4618-abf0-c419d47f19fb" providerId="ADAL" clId="{58157EF4-6859-45ED-8FFB-FF7D4E2823A9}" dt="2024-11-06T06:37:43.962" v="225" actId="1076"/>
          <ac:picMkLst>
            <pc:docMk/>
            <pc:sldMk cId="1268562801" sldId="2147479019"/>
            <ac:picMk id="7" creationId="{48BD0337-B102-6682-425A-985915AF1A22}"/>
          </ac:picMkLst>
        </pc:picChg>
      </pc:sldChg>
      <pc:sldChg chg="addSp delSp modSp mod">
        <pc:chgData name="Zhang, H. (Aloise)" userId="669d39e4-d405-4618-abf0-c419d47f19fb" providerId="ADAL" clId="{58157EF4-6859-45ED-8FFB-FF7D4E2823A9}" dt="2024-11-06T05:57:45.421" v="170" actId="20577"/>
        <pc:sldMkLst>
          <pc:docMk/>
          <pc:sldMk cId="261761247" sldId="2147479020"/>
        </pc:sldMkLst>
        <pc:spChg chg="mod">
          <ac:chgData name="Zhang, H. (Aloise)" userId="669d39e4-d405-4618-abf0-c419d47f19fb" providerId="ADAL" clId="{58157EF4-6859-45ED-8FFB-FF7D4E2823A9}" dt="2024-11-06T05:57:45.421" v="170" actId="20577"/>
          <ac:spMkLst>
            <pc:docMk/>
            <pc:sldMk cId="261761247" sldId="2147479020"/>
            <ac:spMk id="6" creationId="{E5F3BD95-1896-4199-F09D-16D83D525A2F}"/>
          </ac:spMkLst>
        </pc:spChg>
        <pc:picChg chg="add mod">
          <ac:chgData name="Zhang, H. (Aloise)" userId="669d39e4-d405-4618-abf0-c419d47f19fb" providerId="ADAL" clId="{58157EF4-6859-45ED-8FFB-FF7D4E2823A9}" dt="2024-11-06T05:56:03.546" v="61" actId="1076"/>
          <ac:picMkLst>
            <pc:docMk/>
            <pc:sldMk cId="261761247" sldId="2147479020"/>
            <ac:picMk id="3" creationId="{AC40F7E7-623F-0CC6-B48D-36C66BF6110A}"/>
          </ac:picMkLst>
        </pc:picChg>
        <pc:picChg chg="del">
          <ac:chgData name="Zhang, H. (Aloise)" userId="669d39e4-d405-4618-abf0-c419d47f19fb" providerId="ADAL" clId="{58157EF4-6859-45ED-8FFB-FF7D4E2823A9}" dt="2024-11-06T05:55:53.404" v="58" actId="478"/>
          <ac:picMkLst>
            <pc:docMk/>
            <pc:sldMk cId="261761247" sldId="2147479020"/>
            <ac:picMk id="4" creationId="{01EFF907-FE89-9D0B-D8E8-DF6168EE90E9}"/>
          </ac:picMkLst>
        </pc:picChg>
      </pc:sldChg>
      <pc:sldChg chg="addSp delSp modSp mod">
        <pc:chgData name="Zhang, H. (Aloise)" userId="669d39e4-d405-4618-abf0-c419d47f19fb" providerId="ADAL" clId="{58157EF4-6859-45ED-8FFB-FF7D4E2823A9}" dt="2024-11-06T05:53:29.973" v="51" actId="1076"/>
        <pc:sldMkLst>
          <pc:docMk/>
          <pc:sldMk cId="3934647177" sldId="2147479023"/>
        </pc:sldMkLst>
        <pc:picChg chg="del">
          <ac:chgData name="Zhang, H. (Aloise)" userId="669d39e4-d405-4618-abf0-c419d47f19fb" providerId="ADAL" clId="{58157EF4-6859-45ED-8FFB-FF7D4E2823A9}" dt="2024-11-06T05:53:14.544" v="45" actId="478"/>
          <ac:picMkLst>
            <pc:docMk/>
            <pc:sldMk cId="3934647177" sldId="2147479023"/>
            <ac:picMk id="3" creationId="{99BBB209-5484-E8C7-5011-6F60472DDD80}"/>
          </ac:picMkLst>
        </pc:picChg>
        <pc:picChg chg="add mod">
          <ac:chgData name="Zhang, H. (Aloise)" userId="669d39e4-d405-4618-abf0-c419d47f19fb" providerId="ADAL" clId="{58157EF4-6859-45ED-8FFB-FF7D4E2823A9}" dt="2024-11-06T05:53:29.973" v="51" actId="1076"/>
          <ac:picMkLst>
            <pc:docMk/>
            <pc:sldMk cId="3934647177" sldId="2147479023"/>
            <ac:picMk id="4" creationId="{82C26699-4254-CAE7-18FC-AA3914B84BED}"/>
          </ac:picMkLst>
        </pc:picChg>
      </pc:sldChg>
      <pc:sldChg chg="addSp delSp modSp mod">
        <pc:chgData name="Zhang, H. (Aloise)" userId="669d39e4-d405-4618-abf0-c419d47f19fb" providerId="ADAL" clId="{58157EF4-6859-45ED-8FFB-FF7D4E2823A9}" dt="2024-11-06T05:45:01.454" v="24" actId="20577"/>
        <pc:sldMkLst>
          <pc:docMk/>
          <pc:sldMk cId="2658016897" sldId="2147479024"/>
        </pc:sldMkLst>
        <pc:spChg chg="mod">
          <ac:chgData name="Zhang, H. (Aloise)" userId="669d39e4-d405-4618-abf0-c419d47f19fb" providerId="ADAL" clId="{58157EF4-6859-45ED-8FFB-FF7D4E2823A9}" dt="2024-11-06T05:45:01.454" v="24" actId="20577"/>
          <ac:spMkLst>
            <pc:docMk/>
            <pc:sldMk cId="2658016897" sldId="2147479024"/>
            <ac:spMk id="4" creationId="{87568A90-6390-F1E0-E603-2B1626E64BE3}"/>
          </ac:spMkLst>
        </pc:spChg>
        <pc:picChg chg="add mod">
          <ac:chgData name="Zhang, H. (Aloise)" userId="669d39e4-d405-4618-abf0-c419d47f19fb" providerId="ADAL" clId="{58157EF4-6859-45ED-8FFB-FF7D4E2823A9}" dt="2024-11-06T05:42:57.122" v="4" actId="14100"/>
          <ac:picMkLst>
            <pc:docMk/>
            <pc:sldMk cId="2658016897" sldId="2147479024"/>
            <ac:picMk id="3" creationId="{A223BF70-60E9-2843-4B1C-A3A6537D198D}"/>
          </ac:picMkLst>
        </pc:picChg>
        <pc:picChg chg="del">
          <ac:chgData name="Zhang, H. (Aloise)" userId="669d39e4-d405-4618-abf0-c419d47f19fb" providerId="ADAL" clId="{58157EF4-6859-45ED-8FFB-FF7D4E2823A9}" dt="2024-11-06T05:42:30.809" v="0" actId="478"/>
          <ac:picMkLst>
            <pc:docMk/>
            <pc:sldMk cId="2658016897" sldId="2147479024"/>
            <ac:picMk id="8" creationId="{4BD562AD-F8D8-F96B-FC19-1B8C77D51E57}"/>
          </ac:picMkLst>
        </pc:picChg>
      </pc:sldChg>
      <pc:sldChg chg="addSp delSp modSp mod">
        <pc:chgData name="Zhang, H. (Aloise)" userId="669d39e4-d405-4618-abf0-c419d47f19fb" providerId="ADAL" clId="{58157EF4-6859-45ED-8FFB-FF7D4E2823A9}" dt="2024-11-06T06:23:49.013" v="216" actId="20577"/>
        <pc:sldMkLst>
          <pc:docMk/>
          <pc:sldMk cId="1981672907" sldId="2147479026"/>
        </pc:sldMkLst>
        <pc:spChg chg="mod">
          <ac:chgData name="Zhang, H. (Aloise)" userId="669d39e4-d405-4618-abf0-c419d47f19fb" providerId="ADAL" clId="{58157EF4-6859-45ED-8FFB-FF7D4E2823A9}" dt="2024-11-06T06:16:52.177" v="202" actId="20577"/>
          <ac:spMkLst>
            <pc:docMk/>
            <pc:sldMk cId="1981672907" sldId="2147479026"/>
            <ac:spMk id="2" creationId="{2D43AD39-CEEC-4931-8462-9D9324EB97C9}"/>
          </ac:spMkLst>
        </pc:spChg>
        <pc:spChg chg="mod">
          <ac:chgData name="Zhang, H. (Aloise)" userId="669d39e4-d405-4618-abf0-c419d47f19fb" providerId="ADAL" clId="{58157EF4-6859-45ED-8FFB-FF7D4E2823A9}" dt="2024-11-06T06:23:49.013" v="216" actId="20577"/>
          <ac:spMkLst>
            <pc:docMk/>
            <pc:sldMk cId="1981672907" sldId="2147479026"/>
            <ac:spMk id="6" creationId="{3521DAEB-21E2-8D72-F4ED-DAE10DED5D1C}"/>
          </ac:spMkLst>
        </pc:spChg>
        <pc:picChg chg="add mod">
          <ac:chgData name="Zhang, H. (Aloise)" userId="669d39e4-d405-4618-abf0-c419d47f19fb" providerId="ADAL" clId="{58157EF4-6859-45ED-8FFB-FF7D4E2823A9}" dt="2024-11-06T06:16:39.855" v="193" actId="14100"/>
          <ac:picMkLst>
            <pc:docMk/>
            <pc:sldMk cId="1981672907" sldId="2147479026"/>
            <ac:picMk id="3" creationId="{3C198369-1B75-839A-F557-6374B753A3EC}"/>
          </ac:picMkLst>
        </pc:picChg>
        <pc:picChg chg="add mod">
          <ac:chgData name="Zhang, H. (Aloise)" userId="669d39e4-d405-4618-abf0-c419d47f19fb" providerId="ADAL" clId="{58157EF4-6859-45ED-8FFB-FF7D4E2823A9}" dt="2024-11-06T06:20:32.708" v="209" actId="1076"/>
          <ac:picMkLst>
            <pc:docMk/>
            <pc:sldMk cId="1981672907" sldId="2147479026"/>
            <ac:picMk id="4" creationId="{A42E2827-F807-73B4-9FD4-B14D6DD94515}"/>
          </ac:picMkLst>
        </pc:picChg>
        <pc:picChg chg="del">
          <ac:chgData name="Zhang, H. (Aloise)" userId="669d39e4-d405-4618-abf0-c419d47f19fb" providerId="ADAL" clId="{58157EF4-6859-45ED-8FFB-FF7D4E2823A9}" dt="2024-11-06T06:16:31.249" v="189" actId="478"/>
          <ac:picMkLst>
            <pc:docMk/>
            <pc:sldMk cId="1981672907" sldId="2147479026"/>
            <ac:picMk id="7" creationId="{28F3C59B-90E8-69A5-F7BE-958982415D83}"/>
          </ac:picMkLst>
        </pc:picChg>
        <pc:picChg chg="del">
          <ac:chgData name="Zhang, H. (Aloise)" userId="669d39e4-d405-4618-abf0-c419d47f19fb" providerId="ADAL" clId="{58157EF4-6859-45ED-8FFB-FF7D4E2823A9}" dt="2024-11-06T06:20:13.734" v="206" actId="478"/>
          <ac:picMkLst>
            <pc:docMk/>
            <pc:sldMk cId="1981672907" sldId="2147479026"/>
            <ac:picMk id="8" creationId="{E67A9511-CD50-37BC-1DB2-686D98E9D635}"/>
          </ac:picMkLst>
        </pc:picChg>
      </pc:sldChg>
      <pc:sldChg chg="addSp delSp modSp mod">
        <pc:chgData name="Zhang, H. (Aloise)" userId="669d39e4-d405-4618-abf0-c419d47f19fb" providerId="ADAL" clId="{58157EF4-6859-45ED-8FFB-FF7D4E2823A9}" dt="2024-11-06T06:02:19.721" v="178" actId="14100"/>
        <pc:sldMkLst>
          <pc:docMk/>
          <pc:sldMk cId="2247022721" sldId="2147479027"/>
        </pc:sldMkLst>
        <pc:spChg chg="mod">
          <ac:chgData name="Zhang, H. (Aloise)" userId="669d39e4-d405-4618-abf0-c419d47f19fb" providerId="ADAL" clId="{58157EF4-6859-45ED-8FFB-FF7D4E2823A9}" dt="2024-11-06T05:58:30.382" v="171" actId="13926"/>
          <ac:spMkLst>
            <pc:docMk/>
            <pc:sldMk cId="2247022721" sldId="2147479027"/>
            <ac:spMk id="2" creationId="{2D43AD39-CEEC-4931-8462-9D9324EB97C9}"/>
          </ac:spMkLst>
        </pc:spChg>
        <pc:picChg chg="del">
          <ac:chgData name="Zhang, H. (Aloise)" userId="669d39e4-d405-4618-abf0-c419d47f19fb" providerId="ADAL" clId="{58157EF4-6859-45ED-8FFB-FF7D4E2823A9}" dt="2024-11-06T06:02:05.284" v="172" actId="478"/>
          <ac:picMkLst>
            <pc:docMk/>
            <pc:sldMk cId="2247022721" sldId="2147479027"/>
            <ac:picMk id="3" creationId="{0ED7E9C7-951B-DFF3-5C0E-07C356F0BEF8}"/>
          </ac:picMkLst>
        </pc:picChg>
        <pc:picChg chg="add mod">
          <ac:chgData name="Zhang, H. (Aloise)" userId="669d39e4-d405-4618-abf0-c419d47f19fb" providerId="ADAL" clId="{58157EF4-6859-45ED-8FFB-FF7D4E2823A9}" dt="2024-11-06T06:02:19.721" v="178" actId="14100"/>
          <ac:picMkLst>
            <pc:docMk/>
            <pc:sldMk cId="2247022721" sldId="2147479027"/>
            <ac:picMk id="4" creationId="{4ED7D695-AB85-832B-BEE5-F0331B6ED55C}"/>
          </ac:picMkLst>
        </pc:picChg>
      </pc:sldChg>
      <pc:sldChg chg="addSp delSp modSp mod">
        <pc:chgData name="Zhang, H. (Aloise)" userId="669d39e4-d405-4618-abf0-c419d47f19fb" providerId="ADAL" clId="{58157EF4-6859-45ED-8FFB-FF7D4E2823A9}" dt="2024-11-06T06:05:27.484" v="184" actId="13926"/>
        <pc:sldMkLst>
          <pc:docMk/>
          <pc:sldMk cId="647177604" sldId="2147479028"/>
        </pc:sldMkLst>
        <pc:spChg chg="mod">
          <ac:chgData name="Zhang, H. (Aloise)" userId="669d39e4-d405-4618-abf0-c419d47f19fb" providerId="ADAL" clId="{58157EF4-6859-45ED-8FFB-FF7D4E2823A9}" dt="2024-11-06T06:05:27.484" v="184" actId="13926"/>
          <ac:spMkLst>
            <pc:docMk/>
            <pc:sldMk cId="647177604" sldId="2147479028"/>
            <ac:spMk id="2" creationId="{2D43AD39-CEEC-4931-8462-9D9324EB97C9}"/>
          </ac:spMkLst>
        </pc:spChg>
        <pc:picChg chg="add mod">
          <ac:chgData name="Zhang, H. (Aloise)" userId="669d39e4-d405-4618-abf0-c419d47f19fb" providerId="ADAL" clId="{58157EF4-6859-45ED-8FFB-FF7D4E2823A9}" dt="2024-11-06T06:05:21.670" v="183" actId="14100"/>
          <ac:picMkLst>
            <pc:docMk/>
            <pc:sldMk cId="647177604" sldId="2147479028"/>
            <ac:picMk id="3" creationId="{9511F9D5-D2FD-1F6F-A36B-7F00EA24700F}"/>
          </ac:picMkLst>
        </pc:picChg>
        <pc:picChg chg="del">
          <ac:chgData name="Zhang, H. (Aloise)" userId="669d39e4-d405-4618-abf0-c419d47f19fb" providerId="ADAL" clId="{58157EF4-6859-45ED-8FFB-FF7D4E2823A9}" dt="2024-11-06T06:02:37.659" v="179" actId="478"/>
          <ac:picMkLst>
            <pc:docMk/>
            <pc:sldMk cId="647177604" sldId="2147479028"/>
            <ac:picMk id="4" creationId="{DB513EE3-F50A-A618-4468-87CF60B19CAC}"/>
          </ac:picMkLst>
        </pc:picChg>
      </pc:sldChg>
    </pc:docChg>
  </pc:docChgLst>
  <pc:docChgLst>
    <pc:chgData name="Zhang, H. (Aloise)" userId="669d39e4-d405-4618-abf0-c419d47f19fb" providerId="ADAL" clId="{B55ECBC3-172B-4B89-943E-F7104944F9F5}"/>
    <pc:docChg chg="custSel addSld delSld modSld">
      <pc:chgData name="Zhang, H. (Aloise)" userId="669d39e4-d405-4618-abf0-c419d47f19fb" providerId="ADAL" clId="{B55ECBC3-172B-4B89-943E-F7104944F9F5}" dt="2024-10-09T08:13:56" v="357" actId="1076"/>
      <pc:docMkLst>
        <pc:docMk/>
      </pc:docMkLst>
      <pc:sldChg chg="addSp delSp modSp mod">
        <pc:chgData name="Zhang, H. (Aloise)" userId="669d39e4-d405-4618-abf0-c419d47f19fb" providerId="ADAL" clId="{B55ECBC3-172B-4B89-943E-F7104944F9F5}" dt="2024-10-08T03:27:22.329" v="303" actId="20577"/>
        <pc:sldMkLst>
          <pc:docMk/>
          <pc:sldMk cId="3812344724" sldId="2147479015"/>
        </pc:sldMkLst>
        <pc:spChg chg="mod">
          <ac:chgData name="Zhang, H. (Aloise)" userId="669d39e4-d405-4618-abf0-c419d47f19fb" providerId="ADAL" clId="{B55ECBC3-172B-4B89-943E-F7104944F9F5}" dt="2024-10-08T03:27:22.329" v="303" actId="20577"/>
          <ac:spMkLst>
            <pc:docMk/>
            <pc:sldMk cId="3812344724" sldId="2147479015"/>
            <ac:spMk id="2" creationId="{2D43AD39-CEEC-4931-8462-9D9324EB97C9}"/>
          </ac:spMkLst>
        </pc:spChg>
        <pc:spChg chg="mod">
          <ac:chgData name="Zhang, H. (Aloise)" userId="669d39e4-d405-4618-abf0-c419d47f19fb" providerId="ADAL" clId="{B55ECBC3-172B-4B89-943E-F7104944F9F5}" dt="2024-10-08T02:39:08.540" v="47" actId="20577"/>
          <ac:spMkLst>
            <pc:docMk/>
            <pc:sldMk cId="3812344724" sldId="2147479015"/>
            <ac:spMk id="5" creationId="{C7EF06A6-1676-F2DB-C6C3-451D4029B238}"/>
          </ac:spMkLst>
        </pc:spChg>
        <pc:picChg chg="add mod ord">
          <ac:chgData name="Zhang, H. (Aloise)" userId="669d39e4-d405-4618-abf0-c419d47f19fb" providerId="ADAL" clId="{B55ECBC3-172B-4B89-943E-F7104944F9F5}" dt="2024-10-08T02:39:58.842" v="55" actId="1076"/>
          <ac:picMkLst>
            <pc:docMk/>
            <pc:sldMk cId="3812344724" sldId="2147479015"/>
            <ac:picMk id="3" creationId="{7E7F288A-2765-8D04-8FE4-0F2022A92DD9}"/>
          </ac:picMkLst>
        </pc:picChg>
        <pc:picChg chg="del">
          <ac:chgData name="Zhang, H. (Aloise)" userId="669d39e4-d405-4618-abf0-c419d47f19fb" providerId="ADAL" clId="{B55ECBC3-172B-4B89-943E-F7104944F9F5}" dt="2024-10-08T02:37:51.992" v="35" actId="478"/>
          <ac:picMkLst>
            <pc:docMk/>
            <pc:sldMk cId="3812344724" sldId="2147479015"/>
            <ac:picMk id="4" creationId="{46231887-573B-C674-8B3E-3B67B5F08297}"/>
          </ac:picMkLst>
        </pc:picChg>
        <pc:picChg chg="del">
          <ac:chgData name="Zhang, H. (Aloise)" userId="669d39e4-d405-4618-abf0-c419d47f19fb" providerId="ADAL" clId="{B55ECBC3-172B-4B89-943E-F7104944F9F5}" dt="2024-10-08T02:39:34.576" v="48" actId="478"/>
          <ac:picMkLst>
            <pc:docMk/>
            <pc:sldMk cId="3812344724" sldId="2147479015"/>
            <ac:picMk id="6" creationId="{9F811B51-AFE9-6D5A-9E3A-20F92D657915}"/>
          </ac:picMkLst>
        </pc:picChg>
        <pc:picChg chg="add mod">
          <ac:chgData name="Zhang, H. (Aloise)" userId="669d39e4-d405-4618-abf0-c419d47f19fb" providerId="ADAL" clId="{B55ECBC3-172B-4B89-943E-F7104944F9F5}" dt="2024-10-08T02:40:17.706" v="57" actId="14100"/>
          <ac:picMkLst>
            <pc:docMk/>
            <pc:sldMk cId="3812344724" sldId="2147479015"/>
            <ac:picMk id="10" creationId="{6145D267-C0D4-04EC-DA39-B34143DCB02A}"/>
          </ac:picMkLst>
        </pc:picChg>
      </pc:sldChg>
      <pc:sldChg chg="addSp delSp modSp mod">
        <pc:chgData name="Zhang, H. (Aloise)" userId="669d39e4-d405-4618-abf0-c419d47f19fb" providerId="ADAL" clId="{B55ECBC3-172B-4B89-943E-F7104944F9F5}" dt="2024-10-08T02:57:28.743" v="91" actId="1076"/>
        <pc:sldMkLst>
          <pc:docMk/>
          <pc:sldMk cId="3615244666" sldId="2147479016"/>
        </pc:sldMkLst>
        <pc:picChg chg="del">
          <ac:chgData name="Zhang, H. (Aloise)" userId="669d39e4-d405-4618-abf0-c419d47f19fb" providerId="ADAL" clId="{B55ECBC3-172B-4B89-943E-F7104944F9F5}" dt="2024-10-08T02:57:18.217" v="89" actId="478"/>
          <ac:picMkLst>
            <pc:docMk/>
            <pc:sldMk cId="3615244666" sldId="2147479016"/>
            <ac:picMk id="3" creationId="{77DB1C86-BAFD-33A4-02A3-B9C3D01C130A}"/>
          </ac:picMkLst>
        </pc:picChg>
        <pc:picChg chg="add mod">
          <ac:chgData name="Zhang, H. (Aloise)" userId="669d39e4-d405-4618-abf0-c419d47f19fb" providerId="ADAL" clId="{B55ECBC3-172B-4B89-943E-F7104944F9F5}" dt="2024-10-08T02:57:28.743" v="91" actId="1076"/>
          <ac:picMkLst>
            <pc:docMk/>
            <pc:sldMk cId="3615244666" sldId="2147479016"/>
            <ac:picMk id="4" creationId="{185D8125-8B0C-DB73-5CD6-715BF12478D1}"/>
          </ac:picMkLst>
        </pc:picChg>
      </pc:sldChg>
      <pc:sldChg chg="addSp delSp modSp mod">
        <pc:chgData name="Zhang, H. (Aloise)" userId="669d39e4-d405-4618-abf0-c419d47f19fb" providerId="ADAL" clId="{B55ECBC3-172B-4B89-943E-F7104944F9F5}" dt="2024-10-08T03:13:43.544" v="287" actId="20577"/>
        <pc:sldMkLst>
          <pc:docMk/>
          <pc:sldMk cId="3095730842" sldId="2147479018"/>
        </pc:sldMkLst>
        <pc:spChg chg="mod">
          <ac:chgData name="Zhang, H. (Aloise)" userId="669d39e4-d405-4618-abf0-c419d47f19fb" providerId="ADAL" clId="{B55ECBC3-172B-4B89-943E-F7104944F9F5}" dt="2024-10-08T03:13:43.544" v="287" actId="20577"/>
          <ac:spMkLst>
            <pc:docMk/>
            <pc:sldMk cId="3095730842" sldId="2147479018"/>
            <ac:spMk id="6" creationId="{6043614A-E02E-ADB9-B922-03E0C51608CC}"/>
          </ac:spMkLst>
        </pc:spChg>
        <pc:picChg chg="del">
          <ac:chgData name="Zhang, H. (Aloise)" userId="669d39e4-d405-4618-abf0-c419d47f19fb" providerId="ADAL" clId="{B55ECBC3-172B-4B89-943E-F7104944F9F5}" dt="2024-10-08T03:05:56.094" v="102" actId="478"/>
          <ac:picMkLst>
            <pc:docMk/>
            <pc:sldMk cId="3095730842" sldId="2147479018"/>
            <ac:picMk id="3" creationId="{3AA69955-DBD4-5A6F-428C-13327EDF9549}"/>
          </ac:picMkLst>
        </pc:picChg>
        <pc:picChg chg="add mod">
          <ac:chgData name="Zhang, H. (Aloise)" userId="669d39e4-d405-4618-abf0-c419d47f19fb" providerId="ADAL" clId="{B55ECBC3-172B-4B89-943E-F7104944F9F5}" dt="2024-10-08T03:06:00.455" v="104" actId="1076"/>
          <ac:picMkLst>
            <pc:docMk/>
            <pc:sldMk cId="3095730842" sldId="2147479018"/>
            <ac:picMk id="4" creationId="{6F931C99-6E1D-1456-AEA2-524166127CA7}"/>
          </ac:picMkLst>
        </pc:picChg>
      </pc:sldChg>
      <pc:sldChg chg="addSp delSp modSp mod">
        <pc:chgData name="Zhang, H. (Aloise)" userId="669d39e4-d405-4618-abf0-c419d47f19fb" providerId="ADAL" clId="{B55ECBC3-172B-4B89-943E-F7104944F9F5}" dt="2024-10-08T03:27:02.748" v="300" actId="14100"/>
        <pc:sldMkLst>
          <pc:docMk/>
          <pc:sldMk cId="1268562801" sldId="2147479019"/>
        </pc:sldMkLst>
        <pc:picChg chg="del">
          <ac:chgData name="Zhang, H. (Aloise)" userId="669d39e4-d405-4618-abf0-c419d47f19fb" providerId="ADAL" clId="{B55ECBC3-172B-4B89-943E-F7104944F9F5}" dt="2024-10-08T03:26:30.337" v="293" actId="478"/>
          <ac:picMkLst>
            <pc:docMk/>
            <pc:sldMk cId="1268562801" sldId="2147479019"/>
            <ac:picMk id="3" creationId="{82DAB994-5C87-A543-8C9E-DBD0BE9E2C58}"/>
          </ac:picMkLst>
        </pc:picChg>
        <pc:picChg chg="add mod">
          <ac:chgData name="Zhang, H. (Aloise)" userId="669d39e4-d405-4618-abf0-c419d47f19fb" providerId="ADAL" clId="{B55ECBC3-172B-4B89-943E-F7104944F9F5}" dt="2024-10-08T03:26:53.258" v="297" actId="1076"/>
          <ac:picMkLst>
            <pc:docMk/>
            <pc:sldMk cId="1268562801" sldId="2147479019"/>
            <ac:picMk id="4" creationId="{5CEC0EAD-16BA-BBD2-3E68-0CB8EFB43CA5}"/>
          </ac:picMkLst>
        </pc:picChg>
        <pc:picChg chg="add mod">
          <ac:chgData name="Zhang, H. (Aloise)" userId="669d39e4-d405-4618-abf0-c419d47f19fb" providerId="ADAL" clId="{B55ECBC3-172B-4B89-943E-F7104944F9F5}" dt="2024-10-08T03:27:02.748" v="300" actId="14100"/>
          <ac:picMkLst>
            <pc:docMk/>
            <pc:sldMk cId="1268562801" sldId="2147479019"/>
            <ac:picMk id="5" creationId="{FEE89193-222D-22F9-B2E1-443621FB5B75}"/>
          </ac:picMkLst>
        </pc:picChg>
        <pc:picChg chg="del">
          <ac:chgData name="Zhang, H. (Aloise)" userId="669d39e4-d405-4618-abf0-c419d47f19fb" providerId="ADAL" clId="{B55ECBC3-172B-4B89-943E-F7104944F9F5}" dt="2024-10-08T03:26:18.987" v="289" actId="478"/>
          <ac:picMkLst>
            <pc:docMk/>
            <pc:sldMk cId="1268562801" sldId="2147479019"/>
            <ac:picMk id="11" creationId="{AF1D862A-6A5B-56DC-CAEA-AB26332A1B30}"/>
          </ac:picMkLst>
        </pc:picChg>
      </pc:sldChg>
      <pc:sldChg chg="addSp delSp modSp mod">
        <pc:chgData name="Zhang, H. (Aloise)" userId="669d39e4-d405-4618-abf0-c419d47f19fb" providerId="ADAL" clId="{B55ECBC3-172B-4B89-943E-F7104944F9F5}" dt="2024-10-08T03:12:55.265" v="188" actId="20577"/>
        <pc:sldMkLst>
          <pc:docMk/>
          <pc:sldMk cId="261761247" sldId="2147479020"/>
        </pc:sldMkLst>
        <pc:spChg chg="mod">
          <ac:chgData name="Zhang, H. (Aloise)" userId="669d39e4-d405-4618-abf0-c419d47f19fb" providerId="ADAL" clId="{B55ECBC3-172B-4B89-943E-F7104944F9F5}" dt="2024-10-08T03:12:55.265" v="188" actId="20577"/>
          <ac:spMkLst>
            <pc:docMk/>
            <pc:sldMk cId="261761247" sldId="2147479020"/>
            <ac:spMk id="6" creationId="{E5F3BD95-1896-4199-F09D-16D83D525A2F}"/>
          </ac:spMkLst>
        </pc:spChg>
        <pc:picChg chg="del">
          <ac:chgData name="Zhang, H. (Aloise)" userId="669d39e4-d405-4618-abf0-c419d47f19fb" providerId="ADAL" clId="{B55ECBC3-172B-4B89-943E-F7104944F9F5}" dt="2024-10-08T03:11:55.022" v="105" actId="478"/>
          <ac:picMkLst>
            <pc:docMk/>
            <pc:sldMk cId="261761247" sldId="2147479020"/>
            <ac:picMk id="3" creationId="{A3419D18-A2BC-F60A-1420-18DFEC609561}"/>
          </ac:picMkLst>
        </pc:picChg>
        <pc:picChg chg="add mod">
          <ac:chgData name="Zhang, H. (Aloise)" userId="669d39e4-d405-4618-abf0-c419d47f19fb" providerId="ADAL" clId="{B55ECBC3-172B-4B89-943E-F7104944F9F5}" dt="2024-10-08T03:12:00.269" v="107" actId="1076"/>
          <ac:picMkLst>
            <pc:docMk/>
            <pc:sldMk cId="261761247" sldId="2147479020"/>
            <ac:picMk id="4" creationId="{01EFF907-FE89-9D0B-D8E8-DF6168EE90E9}"/>
          </ac:picMkLst>
        </pc:picChg>
      </pc:sldChg>
      <pc:sldChg chg="addSp delSp modSp mod">
        <pc:chgData name="Zhang, H. (Aloise)" userId="669d39e4-d405-4618-abf0-c419d47f19fb" providerId="ADAL" clId="{B55ECBC3-172B-4B89-943E-F7104944F9F5}" dt="2024-10-08T03:04:53.773" v="98" actId="14100"/>
        <pc:sldMkLst>
          <pc:docMk/>
          <pc:sldMk cId="3934647177" sldId="2147479023"/>
        </pc:sldMkLst>
        <pc:picChg chg="add mod">
          <ac:chgData name="Zhang, H. (Aloise)" userId="669d39e4-d405-4618-abf0-c419d47f19fb" providerId="ADAL" clId="{B55ECBC3-172B-4B89-943E-F7104944F9F5}" dt="2024-10-08T03:04:53.773" v="98" actId="14100"/>
          <ac:picMkLst>
            <pc:docMk/>
            <pc:sldMk cId="3934647177" sldId="2147479023"/>
            <ac:picMk id="3" creationId="{99BBB209-5484-E8C7-5011-6F60472DDD80}"/>
          </ac:picMkLst>
        </pc:picChg>
        <pc:picChg chg="del">
          <ac:chgData name="Zhang, H. (Aloise)" userId="669d39e4-d405-4618-abf0-c419d47f19fb" providerId="ADAL" clId="{B55ECBC3-172B-4B89-943E-F7104944F9F5}" dt="2024-10-08T03:04:36.287" v="92" actId="478"/>
          <ac:picMkLst>
            <pc:docMk/>
            <pc:sldMk cId="3934647177" sldId="2147479023"/>
            <ac:picMk id="6" creationId="{7DB077AE-82C1-65BB-D07D-1970C2D2B635}"/>
          </ac:picMkLst>
        </pc:picChg>
      </pc:sldChg>
      <pc:sldChg chg="addSp delSp modSp mod">
        <pc:chgData name="Zhang, H. (Aloise)" userId="669d39e4-d405-4618-abf0-c419d47f19fb" providerId="ADAL" clId="{B55ECBC3-172B-4B89-943E-F7104944F9F5}" dt="2024-10-08T02:37:22.723" v="34" actId="20577"/>
        <pc:sldMkLst>
          <pc:docMk/>
          <pc:sldMk cId="2658016897" sldId="2147479024"/>
        </pc:sldMkLst>
        <pc:spChg chg="mod">
          <ac:chgData name="Zhang, H. (Aloise)" userId="669d39e4-d405-4618-abf0-c419d47f19fb" providerId="ADAL" clId="{B55ECBC3-172B-4B89-943E-F7104944F9F5}" dt="2024-10-08T01:14:21.148" v="9" actId="20577"/>
          <ac:spMkLst>
            <pc:docMk/>
            <pc:sldMk cId="2658016897" sldId="2147479024"/>
            <ac:spMk id="2" creationId="{2D43AD39-CEEC-4931-8462-9D9324EB97C9}"/>
          </ac:spMkLst>
        </pc:spChg>
        <pc:spChg chg="mod">
          <ac:chgData name="Zhang, H. (Aloise)" userId="669d39e4-d405-4618-abf0-c419d47f19fb" providerId="ADAL" clId="{B55ECBC3-172B-4B89-943E-F7104944F9F5}" dt="2024-10-08T02:37:22.723" v="34" actId="20577"/>
          <ac:spMkLst>
            <pc:docMk/>
            <pc:sldMk cId="2658016897" sldId="2147479024"/>
            <ac:spMk id="4" creationId="{87568A90-6390-F1E0-E603-2B1626E64BE3}"/>
          </ac:spMkLst>
        </pc:spChg>
        <pc:grpChg chg="del">
          <ac:chgData name="Zhang, H. (Aloise)" userId="669d39e4-d405-4618-abf0-c419d47f19fb" providerId="ADAL" clId="{B55ECBC3-172B-4B89-943E-F7104944F9F5}" dt="2024-10-08T01:22:08.810" v="10" actId="478"/>
          <ac:grpSpMkLst>
            <pc:docMk/>
            <pc:sldMk cId="2658016897" sldId="2147479024"/>
            <ac:grpSpMk id="7" creationId="{727B67F3-C4F9-6DBD-4B21-74D1B8329E74}"/>
          </ac:grpSpMkLst>
        </pc:grpChg>
        <pc:picChg chg="add mod">
          <ac:chgData name="Zhang, H. (Aloise)" userId="669d39e4-d405-4618-abf0-c419d47f19fb" providerId="ADAL" clId="{B55ECBC3-172B-4B89-943E-F7104944F9F5}" dt="2024-10-08T01:22:37.720" v="12" actId="1076"/>
          <ac:picMkLst>
            <pc:docMk/>
            <pc:sldMk cId="2658016897" sldId="2147479024"/>
            <ac:picMk id="8" creationId="{4BD562AD-F8D8-F96B-FC19-1B8C77D51E57}"/>
          </ac:picMkLst>
        </pc:picChg>
      </pc:sldChg>
      <pc:sldChg chg="del">
        <pc:chgData name="Zhang, H. (Aloise)" userId="669d39e4-d405-4618-abf0-c419d47f19fb" providerId="ADAL" clId="{B55ECBC3-172B-4B89-943E-F7104944F9F5}" dt="2024-10-08T03:13:01.185" v="189" actId="2696"/>
        <pc:sldMkLst>
          <pc:docMk/>
          <pc:sldMk cId="1376171462" sldId="2147479025"/>
        </pc:sldMkLst>
      </pc:sldChg>
      <pc:sldChg chg="addSp delSp modSp mod">
        <pc:chgData name="Zhang, H. (Aloise)" userId="669d39e4-d405-4618-abf0-c419d47f19fb" providerId="ADAL" clId="{B55ECBC3-172B-4B89-943E-F7104944F9F5}" dt="2024-10-09T08:13:56" v="357" actId="1076"/>
        <pc:sldMkLst>
          <pc:docMk/>
          <pc:sldMk cId="1981672907" sldId="2147479026"/>
        </pc:sldMkLst>
        <pc:spChg chg="mod">
          <ac:chgData name="Zhang, H. (Aloise)" userId="669d39e4-d405-4618-abf0-c419d47f19fb" providerId="ADAL" clId="{B55ECBC3-172B-4B89-943E-F7104944F9F5}" dt="2024-10-09T08:11:05.326" v="341" actId="1076"/>
          <ac:spMkLst>
            <pc:docMk/>
            <pc:sldMk cId="1981672907" sldId="2147479026"/>
            <ac:spMk id="2" creationId="{2D43AD39-CEEC-4931-8462-9D9324EB97C9}"/>
          </ac:spMkLst>
        </pc:spChg>
        <pc:spChg chg="mod">
          <ac:chgData name="Zhang, H. (Aloise)" userId="669d39e4-d405-4618-abf0-c419d47f19fb" providerId="ADAL" clId="{B55ECBC3-172B-4B89-943E-F7104944F9F5}" dt="2024-10-08T02:56:14.255" v="88" actId="20577"/>
          <ac:spMkLst>
            <pc:docMk/>
            <pc:sldMk cId="1981672907" sldId="2147479026"/>
            <ac:spMk id="6" creationId="{3521DAEB-21E2-8D72-F4ED-DAE10DED5D1C}"/>
          </ac:spMkLst>
        </pc:spChg>
        <pc:picChg chg="del">
          <ac:chgData name="Zhang, H. (Aloise)" userId="669d39e4-d405-4618-abf0-c419d47f19fb" providerId="ADAL" clId="{B55ECBC3-172B-4B89-943E-F7104944F9F5}" dt="2024-10-08T02:55:27.659" v="76" actId="478"/>
          <ac:picMkLst>
            <pc:docMk/>
            <pc:sldMk cId="1981672907" sldId="2147479026"/>
            <ac:picMk id="3" creationId="{09167488-0BDB-A7D0-5449-81D1388D3495}"/>
          </ac:picMkLst>
        </pc:picChg>
        <pc:picChg chg="add del mod">
          <ac:chgData name="Zhang, H. (Aloise)" userId="669d39e4-d405-4618-abf0-c419d47f19fb" providerId="ADAL" clId="{B55ECBC3-172B-4B89-943E-F7104944F9F5}" dt="2024-10-09T08:12:45.786" v="342" actId="478"/>
          <ac:picMkLst>
            <pc:docMk/>
            <pc:sldMk cId="1981672907" sldId="2147479026"/>
            <ac:picMk id="3" creationId="{8F2E4A0E-98B5-D2D8-6F7E-18CAB56846D4}"/>
          </ac:picMkLst>
        </pc:picChg>
        <pc:picChg chg="add del mod">
          <ac:chgData name="Zhang, H. (Aloise)" userId="669d39e4-d405-4618-abf0-c419d47f19fb" providerId="ADAL" clId="{B55ECBC3-172B-4B89-943E-F7104944F9F5}" dt="2024-10-09T08:13:28.888" v="347" actId="478"/>
          <ac:picMkLst>
            <pc:docMk/>
            <pc:sldMk cId="1981672907" sldId="2147479026"/>
            <ac:picMk id="4" creationId="{BFEACEED-9D90-46EA-C3AC-311C79A6EDD8}"/>
          </ac:picMkLst>
        </pc:picChg>
        <pc:picChg chg="del">
          <ac:chgData name="Zhang, H. (Aloise)" userId="669d39e4-d405-4618-abf0-c419d47f19fb" providerId="ADAL" clId="{B55ECBC3-172B-4B89-943E-F7104944F9F5}" dt="2024-10-08T02:53:43.470" v="62" actId="478"/>
          <ac:picMkLst>
            <pc:docMk/>
            <pc:sldMk cId="1981672907" sldId="2147479026"/>
            <ac:picMk id="4" creationId="{DCEB9CDD-FD16-7AA1-C0D9-585F466A3409}"/>
          </ac:picMkLst>
        </pc:picChg>
        <pc:picChg chg="add del mod">
          <ac:chgData name="Zhang, H. (Aloise)" userId="669d39e4-d405-4618-abf0-c419d47f19fb" providerId="ADAL" clId="{B55ECBC3-172B-4B89-943E-F7104944F9F5}" dt="2024-10-09T08:10:05.712" v="334" actId="478"/>
          <ac:picMkLst>
            <pc:docMk/>
            <pc:sldMk cId="1981672907" sldId="2147479026"/>
            <ac:picMk id="5" creationId="{3B2CF0D2-6C6F-7632-5482-8D7B4F3417AD}"/>
          </ac:picMkLst>
        </pc:picChg>
        <pc:picChg chg="add mod">
          <ac:chgData name="Zhang, H. (Aloise)" userId="669d39e4-d405-4618-abf0-c419d47f19fb" providerId="ADAL" clId="{B55ECBC3-172B-4B89-943E-F7104944F9F5}" dt="2024-10-08T02:56:01.520" v="84" actId="1076"/>
          <ac:picMkLst>
            <pc:docMk/>
            <pc:sldMk cId="1981672907" sldId="2147479026"/>
            <ac:picMk id="7" creationId="{28F3C59B-90E8-69A5-F7BE-958982415D83}"/>
          </ac:picMkLst>
        </pc:picChg>
        <pc:picChg chg="add mod">
          <ac:chgData name="Zhang, H. (Aloise)" userId="669d39e4-d405-4618-abf0-c419d47f19fb" providerId="ADAL" clId="{B55ECBC3-172B-4B89-943E-F7104944F9F5}" dt="2024-10-09T08:13:56" v="357" actId="1076"/>
          <ac:picMkLst>
            <pc:docMk/>
            <pc:sldMk cId="1981672907" sldId="2147479026"/>
            <ac:picMk id="8" creationId="{E67A9511-CD50-37BC-1DB2-686D98E9D635}"/>
          </ac:picMkLst>
        </pc:picChg>
      </pc:sldChg>
      <pc:sldChg chg="addSp delSp modSp add mod">
        <pc:chgData name="Zhang, H. (Aloise)" userId="669d39e4-d405-4618-abf0-c419d47f19fb" providerId="ADAL" clId="{B55ECBC3-172B-4B89-943E-F7104944F9F5}" dt="2024-10-09T05:50:05.319" v="326" actId="14100"/>
        <pc:sldMkLst>
          <pc:docMk/>
          <pc:sldMk cId="2247022721" sldId="2147479027"/>
        </pc:sldMkLst>
        <pc:spChg chg="mod">
          <ac:chgData name="Zhang, H. (Aloise)" userId="669d39e4-d405-4618-abf0-c419d47f19fb" providerId="ADAL" clId="{B55ECBC3-172B-4B89-943E-F7104944F9F5}" dt="2024-10-09T05:47:06.578" v="314" actId="20577"/>
          <ac:spMkLst>
            <pc:docMk/>
            <pc:sldMk cId="2247022721" sldId="2147479027"/>
            <ac:spMk id="2" creationId="{2D43AD39-CEEC-4931-8462-9D9324EB97C9}"/>
          </ac:spMkLst>
        </pc:spChg>
        <pc:spChg chg="del mod">
          <ac:chgData name="Zhang, H. (Aloise)" userId="669d39e4-d405-4618-abf0-c419d47f19fb" providerId="ADAL" clId="{B55ECBC3-172B-4B89-943E-F7104944F9F5}" dt="2024-10-09T05:49:19.434" v="318" actId="478"/>
          <ac:spMkLst>
            <pc:docMk/>
            <pc:sldMk cId="2247022721" sldId="2147479027"/>
            <ac:spMk id="6" creationId="{3521DAEB-21E2-8D72-F4ED-DAE10DED5D1C}"/>
          </ac:spMkLst>
        </pc:spChg>
        <pc:picChg chg="add mod">
          <ac:chgData name="Zhang, H. (Aloise)" userId="669d39e4-d405-4618-abf0-c419d47f19fb" providerId="ADAL" clId="{B55ECBC3-172B-4B89-943E-F7104944F9F5}" dt="2024-10-09T05:50:05.319" v="326" actId="14100"/>
          <ac:picMkLst>
            <pc:docMk/>
            <pc:sldMk cId="2247022721" sldId="2147479027"/>
            <ac:picMk id="3" creationId="{0ED7E9C7-951B-DFF3-5C0E-07C356F0BEF8}"/>
          </ac:picMkLst>
        </pc:picChg>
        <pc:picChg chg="del">
          <ac:chgData name="Zhang, H. (Aloise)" userId="669d39e4-d405-4618-abf0-c419d47f19fb" providerId="ADAL" clId="{B55ECBC3-172B-4B89-943E-F7104944F9F5}" dt="2024-10-09T05:49:20.706" v="319" actId="478"/>
          <ac:picMkLst>
            <pc:docMk/>
            <pc:sldMk cId="2247022721" sldId="2147479027"/>
            <ac:picMk id="4" creationId="{5CEC0EAD-16BA-BBD2-3E68-0CB8EFB43CA5}"/>
          </ac:picMkLst>
        </pc:picChg>
        <pc:picChg chg="del mod">
          <ac:chgData name="Zhang, H. (Aloise)" userId="669d39e4-d405-4618-abf0-c419d47f19fb" providerId="ADAL" clId="{B55ECBC3-172B-4B89-943E-F7104944F9F5}" dt="2024-10-09T05:49:14.749" v="316" actId="478"/>
          <ac:picMkLst>
            <pc:docMk/>
            <pc:sldMk cId="2247022721" sldId="2147479027"/>
            <ac:picMk id="5" creationId="{FEE89193-222D-22F9-B2E1-443621FB5B75}"/>
          </ac:picMkLst>
        </pc:picChg>
      </pc:sldChg>
      <pc:sldChg chg="addSp delSp modSp add mod">
        <pc:chgData name="Zhang, H. (Aloise)" userId="669d39e4-d405-4618-abf0-c419d47f19fb" providerId="ADAL" clId="{B55ECBC3-172B-4B89-943E-F7104944F9F5}" dt="2024-10-09T05:54:45.092" v="333" actId="14100"/>
        <pc:sldMkLst>
          <pc:docMk/>
          <pc:sldMk cId="647177604" sldId="2147479028"/>
        </pc:sldMkLst>
        <pc:picChg chg="del">
          <ac:chgData name="Zhang, H. (Aloise)" userId="669d39e4-d405-4618-abf0-c419d47f19fb" providerId="ADAL" clId="{B55ECBC3-172B-4B89-943E-F7104944F9F5}" dt="2024-10-09T05:52:17.684" v="328" actId="478"/>
          <ac:picMkLst>
            <pc:docMk/>
            <pc:sldMk cId="647177604" sldId="2147479028"/>
            <ac:picMk id="3" creationId="{0ED7E9C7-951B-DFF3-5C0E-07C356F0BEF8}"/>
          </ac:picMkLst>
        </pc:picChg>
        <pc:picChg chg="add mod">
          <ac:chgData name="Zhang, H. (Aloise)" userId="669d39e4-d405-4618-abf0-c419d47f19fb" providerId="ADAL" clId="{B55ECBC3-172B-4B89-943E-F7104944F9F5}" dt="2024-10-09T05:54:45.092" v="333" actId="14100"/>
          <ac:picMkLst>
            <pc:docMk/>
            <pc:sldMk cId="647177604" sldId="2147479028"/>
            <ac:picMk id="4" creationId="{DB513EE3-F50A-A618-4468-87CF60B19CAC}"/>
          </ac:picMkLst>
        </pc:picChg>
      </pc:sldChg>
    </pc:docChg>
  </pc:docChgLst>
  <pc:docChgLst>
    <pc:chgData name="Zhang, H. (Aloise)" userId="669d39e4-d405-4618-abf0-c419d47f19fb" providerId="ADAL" clId="{9FBC5CF7-65BE-4454-B3F4-97C9E537730B}"/>
    <pc:docChg chg="custSel modSld">
      <pc:chgData name="Zhang, H. (Aloise)" userId="669d39e4-d405-4618-abf0-c419d47f19fb" providerId="ADAL" clId="{9FBC5CF7-65BE-4454-B3F4-97C9E537730B}" dt="2025-05-08T07:05:48.351" v="208" actId="20577"/>
      <pc:docMkLst>
        <pc:docMk/>
      </pc:docMkLst>
      <pc:sldChg chg="addSp delSp modSp mod">
        <pc:chgData name="Zhang, H. (Aloise)" userId="669d39e4-d405-4618-abf0-c419d47f19fb" providerId="ADAL" clId="{9FBC5CF7-65BE-4454-B3F4-97C9E537730B}" dt="2025-05-08T06:22:47.298" v="50" actId="1076"/>
        <pc:sldMkLst>
          <pc:docMk/>
          <pc:sldMk cId="3812344724" sldId="2147479015"/>
        </pc:sldMkLst>
        <pc:spChg chg="mod">
          <ac:chgData name="Zhang, H. (Aloise)" userId="669d39e4-d405-4618-abf0-c419d47f19fb" providerId="ADAL" clId="{9FBC5CF7-65BE-4454-B3F4-97C9E537730B}" dt="2025-05-08T06:21:06.316" v="37" actId="20577"/>
          <ac:spMkLst>
            <pc:docMk/>
            <pc:sldMk cId="3812344724" sldId="2147479015"/>
            <ac:spMk id="2" creationId="{2D43AD39-CEEC-4931-8462-9D9324EB97C9}"/>
          </ac:spMkLst>
        </pc:spChg>
        <pc:spChg chg="mod">
          <ac:chgData name="Zhang, H. (Aloise)" userId="669d39e4-d405-4618-abf0-c419d47f19fb" providerId="ADAL" clId="{9FBC5CF7-65BE-4454-B3F4-97C9E537730B}" dt="2025-05-08T06:22:19.063" v="46" actId="20577"/>
          <ac:spMkLst>
            <pc:docMk/>
            <pc:sldMk cId="3812344724" sldId="2147479015"/>
            <ac:spMk id="5" creationId="{C7EF06A6-1676-F2DB-C6C3-451D4029B238}"/>
          </ac:spMkLst>
        </pc:spChg>
        <pc:picChg chg="add mod">
          <ac:chgData name="Zhang, H. (Aloise)" userId="669d39e4-d405-4618-abf0-c419d47f19fb" providerId="ADAL" clId="{9FBC5CF7-65BE-4454-B3F4-97C9E537730B}" dt="2025-05-08T06:21:54.815" v="42" actId="1076"/>
          <ac:picMkLst>
            <pc:docMk/>
            <pc:sldMk cId="3812344724" sldId="2147479015"/>
            <ac:picMk id="3" creationId="{22B6ACB6-E275-5724-A656-8AF4FCCCE829}"/>
          </ac:picMkLst>
        </pc:picChg>
        <pc:picChg chg="del">
          <ac:chgData name="Zhang, H. (Aloise)" userId="669d39e4-d405-4618-abf0-c419d47f19fb" providerId="ADAL" clId="{9FBC5CF7-65BE-4454-B3F4-97C9E537730B}" dt="2025-05-08T06:21:09.301" v="38" actId="478"/>
          <ac:picMkLst>
            <pc:docMk/>
            <pc:sldMk cId="3812344724" sldId="2147479015"/>
            <ac:picMk id="4" creationId="{8562CEDF-D138-2476-D05F-AFC891FEC1FB}"/>
          </ac:picMkLst>
        </pc:picChg>
        <pc:picChg chg="del">
          <ac:chgData name="Zhang, H. (Aloise)" userId="669d39e4-d405-4618-abf0-c419d47f19fb" providerId="ADAL" clId="{9FBC5CF7-65BE-4454-B3F4-97C9E537730B}" dt="2025-05-08T06:22:39.382" v="47" actId="478"/>
          <ac:picMkLst>
            <pc:docMk/>
            <pc:sldMk cId="3812344724" sldId="2147479015"/>
            <ac:picMk id="6" creationId="{71723F53-1B89-9F50-171B-50B9C96E55A2}"/>
          </ac:picMkLst>
        </pc:picChg>
        <pc:picChg chg="add mod">
          <ac:chgData name="Zhang, H. (Aloise)" userId="669d39e4-d405-4618-abf0-c419d47f19fb" providerId="ADAL" clId="{9FBC5CF7-65BE-4454-B3F4-97C9E537730B}" dt="2025-05-08T06:22:47.298" v="50" actId="1076"/>
          <ac:picMkLst>
            <pc:docMk/>
            <pc:sldMk cId="3812344724" sldId="2147479015"/>
            <ac:picMk id="10" creationId="{2033EC15-CDFA-28E4-59EA-B37DE1643D92}"/>
          </ac:picMkLst>
        </pc:picChg>
      </pc:sldChg>
      <pc:sldChg chg="addSp delSp modSp mod">
        <pc:chgData name="Zhang, H. (Aloise)" userId="669d39e4-d405-4618-abf0-c419d47f19fb" providerId="ADAL" clId="{9FBC5CF7-65BE-4454-B3F4-97C9E537730B}" dt="2025-05-08T06:34:28.193" v="87" actId="1076"/>
        <pc:sldMkLst>
          <pc:docMk/>
          <pc:sldMk cId="3615244666" sldId="2147479016"/>
        </pc:sldMkLst>
        <pc:spChg chg="mod">
          <ac:chgData name="Zhang, H. (Aloise)" userId="669d39e4-d405-4618-abf0-c419d47f19fb" providerId="ADAL" clId="{9FBC5CF7-65BE-4454-B3F4-97C9E537730B}" dt="2025-05-08T06:33:13.690" v="76" actId="20577"/>
          <ac:spMkLst>
            <pc:docMk/>
            <pc:sldMk cId="3615244666" sldId="2147479016"/>
            <ac:spMk id="10" creationId="{627AEE34-635A-E5D4-9008-1662DD034DC4}"/>
          </ac:spMkLst>
        </pc:spChg>
        <pc:picChg chg="del">
          <ac:chgData name="Zhang, H. (Aloise)" userId="669d39e4-d405-4618-abf0-c419d47f19fb" providerId="ADAL" clId="{9FBC5CF7-65BE-4454-B3F4-97C9E537730B}" dt="2025-05-08T06:32:56.847" v="70" actId="478"/>
          <ac:picMkLst>
            <pc:docMk/>
            <pc:sldMk cId="3615244666" sldId="2147479016"/>
            <ac:picMk id="3" creationId="{599E0E01-4E19-A8C2-153B-7FADEE83F996}"/>
          </ac:picMkLst>
        </pc:picChg>
        <pc:picChg chg="add mod">
          <ac:chgData name="Zhang, H. (Aloise)" userId="669d39e4-d405-4618-abf0-c419d47f19fb" providerId="ADAL" clId="{9FBC5CF7-65BE-4454-B3F4-97C9E537730B}" dt="2025-05-08T06:33:10.205" v="75" actId="14100"/>
          <ac:picMkLst>
            <pc:docMk/>
            <pc:sldMk cId="3615244666" sldId="2147479016"/>
            <ac:picMk id="4" creationId="{B34BFB5E-94E7-B13C-D455-D6F9DCD15FC0}"/>
          </ac:picMkLst>
        </pc:picChg>
        <pc:picChg chg="add mod">
          <ac:chgData name="Zhang, H. (Aloise)" userId="669d39e4-d405-4618-abf0-c419d47f19fb" providerId="ADAL" clId="{9FBC5CF7-65BE-4454-B3F4-97C9E537730B}" dt="2025-05-08T06:34:28.193" v="87" actId="1076"/>
          <ac:picMkLst>
            <pc:docMk/>
            <pc:sldMk cId="3615244666" sldId="2147479016"/>
            <ac:picMk id="6" creationId="{D7681C7F-4C3C-AED5-323D-346F9D54D9C7}"/>
          </ac:picMkLst>
        </pc:picChg>
        <pc:picChg chg="del">
          <ac:chgData name="Zhang, H. (Aloise)" userId="669d39e4-d405-4618-abf0-c419d47f19fb" providerId="ADAL" clId="{9FBC5CF7-65BE-4454-B3F4-97C9E537730B}" dt="2025-05-08T06:34:05.704" v="82" actId="478"/>
          <ac:picMkLst>
            <pc:docMk/>
            <pc:sldMk cId="3615244666" sldId="2147479016"/>
            <ac:picMk id="8" creationId="{AB3EAE83-3953-F66C-3840-7DC08BAC180A}"/>
          </ac:picMkLst>
        </pc:picChg>
      </pc:sldChg>
      <pc:sldChg chg="addSp delSp modSp mod">
        <pc:chgData name="Zhang, H. (Aloise)" userId="669d39e4-d405-4618-abf0-c419d47f19fb" providerId="ADAL" clId="{9FBC5CF7-65BE-4454-B3F4-97C9E537730B}" dt="2025-05-08T06:36:55.829" v="98" actId="1076"/>
        <pc:sldMkLst>
          <pc:docMk/>
          <pc:sldMk cId="3095730842" sldId="2147479018"/>
        </pc:sldMkLst>
        <pc:picChg chg="add mod">
          <ac:chgData name="Zhang, H. (Aloise)" userId="669d39e4-d405-4618-abf0-c419d47f19fb" providerId="ADAL" clId="{9FBC5CF7-65BE-4454-B3F4-97C9E537730B}" dt="2025-05-08T06:36:55.829" v="98" actId="1076"/>
          <ac:picMkLst>
            <pc:docMk/>
            <pc:sldMk cId="3095730842" sldId="2147479018"/>
            <ac:picMk id="3" creationId="{9F1E0141-9CA0-D0AE-86EA-A859D8BDDDDC}"/>
          </ac:picMkLst>
        </pc:picChg>
        <pc:picChg chg="del">
          <ac:chgData name="Zhang, H. (Aloise)" userId="669d39e4-d405-4618-abf0-c419d47f19fb" providerId="ADAL" clId="{9FBC5CF7-65BE-4454-B3F4-97C9E537730B}" dt="2025-05-08T06:36:52.292" v="96" actId="478"/>
          <ac:picMkLst>
            <pc:docMk/>
            <pc:sldMk cId="3095730842" sldId="2147479018"/>
            <ac:picMk id="4" creationId="{EC58417E-019B-1190-6635-67154B58704A}"/>
          </ac:picMkLst>
        </pc:picChg>
      </pc:sldChg>
      <pc:sldChg chg="addSp delSp modSp mod">
        <pc:chgData name="Zhang, H. (Aloise)" userId="669d39e4-d405-4618-abf0-c419d47f19fb" providerId="ADAL" clId="{9FBC5CF7-65BE-4454-B3F4-97C9E537730B}" dt="2025-05-08T07:05:13.632" v="203" actId="1076"/>
        <pc:sldMkLst>
          <pc:docMk/>
          <pc:sldMk cId="1268562801" sldId="2147479019"/>
        </pc:sldMkLst>
        <pc:picChg chg="add mod">
          <ac:chgData name="Zhang, H. (Aloise)" userId="669d39e4-d405-4618-abf0-c419d47f19fb" providerId="ADAL" clId="{9FBC5CF7-65BE-4454-B3F4-97C9E537730B}" dt="2025-05-08T07:05:13.632" v="203" actId="1076"/>
          <ac:picMkLst>
            <pc:docMk/>
            <pc:sldMk cId="1268562801" sldId="2147479019"/>
            <ac:picMk id="3" creationId="{FADB1829-6FC3-957F-F322-8A472C45007F}"/>
          </ac:picMkLst>
        </pc:picChg>
        <pc:picChg chg="add mod">
          <ac:chgData name="Zhang, H. (Aloise)" userId="669d39e4-d405-4618-abf0-c419d47f19fb" providerId="ADAL" clId="{9FBC5CF7-65BE-4454-B3F4-97C9E537730B}" dt="2025-05-08T07:05:11.534" v="202" actId="1076"/>
          <ac:picMkLst>
            <pc:docMk/>
            <pc:sldMk cId="1268562801" sldId="2147479019"/>
            <ac:picMk id="4" creationId="{ABC67017-0AE6-AE7B-7E05-4A9EADE66BEC}"/>
          </ac:picMkLst>
        </pc:picChg>
        <pc:picChg chg="del">
          <ac:chgData name="Zhang, H. (Aloise)" userId="669d39e4-d405-4618-abf0-c419d47f19fb" providerId="ADAL" clId="{9FBC5CF7-65BE-4454-B3F4-97C9E537730B}" dt="2025-05-08T07:04:41.098" v="194" actId="478"/>
          <ac:picMkLst>
            <pc:docMk/>
            <pc:sldMk cId="1268562801" sldId="2147479019"/>
            <ac:picMk id="7" creationId="{D2556865-7116-9EB6-C547-0E6EB902794B}"/>
          </ac:picMkLst>
        </pc:picChg>
        <pc:picChg chg="del">
          <ac:chgData name="Zhang, H. (Aloise)" userId="669d39e4-d405-4618-abf0-c419d47f19fb" providerId="ADAL" clId="{9FBC5CF7-65BE-4454-B3F4-97C9E537730B}" dt="2025-05-08T07:04:49.136" v="198" actId="478"/>
          <ac:picMkLst>
            <pc:docMk/>
            <pc:sldMk cId="1268562801" sldId="2147479019"/>
            <ac:picMk id="8" creationId="{735E5AFF-A9D0-E421-3822-FB9DC31EF832}"/>
          </ac:picMkLst>
        </pc:picChg>
      </pc:sldChg>
      <pc:sldChg chg="addSp delSp modSp mod">
        <pc:chgData name="Zhang, H. (Aloise)" userId="669d39e4-d405-4618-abf0-c419d47f19fb" providerId="ADAL" clId="{9FBC5CF7-65BE-4454-B3F4-97C9E537730B}" dt="2025-05-08T06:45:47.513" v="183" actId="20577"/>
        <pc:sldMkLst>
          <pc:docMk/>
          <pc:sldMk cId="261761247" sldId="2147479020"/>
        </pc:sldMkLst>
        <pc:spChg chg="mod">
          <ac:chgData name="Zhang, H. (Aloise)" userId="669d39e4-d405-4618-abf0-c419d47f19fb" providerId="ADAL" clId="{9FBC5CF7-65BE-4454-B3F4-97C9E537730B}" dt="2025-05-08T06:45:47.513" v="183" actId="20577"/>
          <ac:spMkLst>
            <pc:docMk/>
            <pc:sldMk cId="261761247" sldId="2147479020"/>
            <ac:spMk id="4" creationId="{9B63AAC7-EC97-7E7D-E3EE-A1ED8FD99108}"/>
          </ac:spMkLst>
        </pc:spChg>
        <pc:picChg chg="add mod">
          <ac:chgData name="Zhang, H. (Aloise)" userId="669d39e4-d405-4618-abf0-c419d47f19fb" providerId="ADAL" clId="{9FBC5CF7-65BE-4454-B3F4-97C9E537730B}" dt="2025-05-08T06:44:47.017" v="101" actId="1076"/>
          <ac:picMkLst>
            <pc:docMk/>
            <pc:sldMk cId="261761247" sldId="2147479020"/>
            <ac:picMk id="3" creationId="{165C062D-EB60-3F9B-99B7-0E3FAEC5B60C}"/>
          </ac:picMkLst>
        </pc:picChg>
        <pc:picChg chg="del">
          <ac:chgData name="Zhang, H. (Aloise)" userId="669d39e4-d405-4618-abf0-c419d47f19fb" providerId="ADAL" clId="{9FBC5CF7-65BE-4454-B3F4-97C9E537730B}" dt="2025-05-08T06:44:39.489" v="99" actId="478"/>
          <ac:picMkLst>
            <pc:docMk/>
            <pc:sldMk cId="261761247" sldId="2147479020"/>
            <ac:picMk id="5" creationId="{1346E853-B10F-A172-8331-1E8E86A3E6FE}"/>
          </ac:picMkLst>
        </pc:picChg>
      </pc:sldChg>
      <pc:sldChg chg="addSp delSp modSp mod">
        <pc:chgData name="Zhang, H. (Aloise)" userId="669d39e4-d405-4618-abf0-c419d47f19fb" providerId="ADAL" clId="{9FBC5CF7-65BE-4454-B3F4-97C9E537730B}" dt="2025-05-08T06:36:02.794" v="95" actId="1076"/>
        <pc:sldMkLst>
          <pc:docMk/>
          <pc:sldMk cId="3934647177" sldId="2147479023"/>
        </pc:sldMkLst>
        <pc:picChg chg="add del mod">
          <ac:chgData name="Zhang, H. (Aloise)" userId="669d39e4-d405-4618-abf0-c419d47f19fb" providerId="ADAL" clId="{9FBC5CF7-65BE-4454-B3F4-97C9E537730B}" dt="2025-05-08T06:35:55.183" v="92" actId="478"/>
          <ac:picMkLst>
            <pc:docMk/>
            <pc:sldMk cId="3934647177" sldId="2147479023"/>
            <ac:picMk id="3" creationId="{C689A69C-08EF-2BD5-0672-54631B729EF2}"/>
          </ac:picMkLst>
        </pc:picChg>
        <pc:picChg chg="del">
          <ac:chgData name="Zhang, H. (Aloise)" userId="669d39e4-d405-4618-abf0-c419d47f19fb" providerId="ADAL" clId="{9FBC5CF7-65BE-4454-B3F4-97C9E537730B}" dt="2025-05-08T06:35:17.285" v="88" actId="478"/>
          <ac:picMkLst>
            <pc:docMk/>
            <pc:sldMk cId="3934647177" sldId="2147479023"/>
            <ac:picMk id="4" creationId="{9266C37F-9AB0-E709-31FA-0D10FD609CE2}"/>
          </ac:picMkLst>
        </pc:picChg>
        <pc:picChg chg="add mod">
          <ac:chgData name="Zhang, H. (Aloise)" userId="669d39e4-d405-4618-abf0-c419d47f19fb" providerId="ADAL" clId="{9FBC5CF7-65BE-4454-B3F4-97C9E537730B}" dt="2025-05-08T06:36:02.794" v="95" actId="1076"/>
          <ac:picMkLst>
            <pc:docMk/>
            <pc:sldMk cId="3934647177" sldId="2147479023"/>
            <ac:picMk id="6" creationId="{882FBFA5-646E-33F3-645B-60EC8DC25FEA}"/>
          </ac:picMkLst>
        </pc:picChg>
      </pc:sldChg>
      <pc:sldChg chg="addSp delSp modSp mod">
        <pc:chgData name="Zhang, H. (Aloise)" userId="669d39e4-d405-4618-abf0-c419d47f19fb" providerId="ADAL" clId="{9FBC5CF7-65BE-4454-B3F4-97C9E537730B}" dt="2025-05-08T06:20:52.002" v="32" actId="20577"/>
        <pc:sldMkLst>
          <pc:docMk/>
          <pc:sldMk cId="2658016897" sldId="2147479024"/>
        </pc:sldMkLst>
        <pc:spChg chg="mod">
          <ac:chgData name="Zhang, H. (Aloise)" userId="669d39e4-d405-4618-abf0-c419d47f19fb" providerId="ADAL" clId="{9FBC5CF7-65BE-4454-B3F4-97C9E537730B}" dt="2025-05-08T06:20:52.002" v="32" actId="20577"/>
          <ac:spMkLst>
            <pc:docMk/>
            <pc:sldMk cId="2658016897" sldId="2147479024"/>
            <ac:spMk id="4" creationId="{87568A90-6390-F1E0-E603-2B1626E64BE3}"/>
          </ac:spMkLst>
        </pc:spChg>
        <pc:picChg chg="add mod">
          <ac:chgData name="Zhang, H. (Aloise)" userId="669d39e4-d405-4618-abf0-c419d47f19fb" providerId="ADAL" clId="{9FBC5CF7-65BE-4454-B3F4-97C9E537730B}" dt="2025-05-08T06:19:31.114" v="3" actId="1076"/>
          <ac:picMkLst>
            <pc:docMk/>
            <pc:sldMk cId="2658016897" sldId="2147479024"/>
            <ac:picMk id="3" creationId="{9F58ECCE-CEF7-B6E8-B9A5-5BE4BE0BD4D3}"/>
          </ac:picMkLst>
        </pc:picChg>
        <pc:picChg chg="del">
          <ac:chgData name="Zhang, H. (Aloise)" userId="669d39e4-d405-4618-abf0-c419d47f19fb" providerId="ADAL" clId="{9FBC5CF7-65BE-4454-B3F4-97C9E537730B}" dt="2025-05-08T06:19:04.093" v="0" actId="478"/>
          <ac:picMkLst>
            <pc:docMk/>
            <pc:sldMk cId="2658016897" sldId="2147479024"/>
            <ac:picMk id="5" creationId="{88861B49-27A6-FCB7-B994-1012BD38382E}"/>
          </ac:picMkLst>
        </pc:picChg>
      </pc:sldChg>
      <pc:sldChg chg="addSp delSp modSp mod">
        <pc:chgData name="Zhang, H. (Aloise)" userId="669d39e4-d405-4618-abf0-c419d47f19fb" providerId="ADAL" clId="{9FBC5CF7-65BE-4454-B3F4-97C9E537730B}" dt="2025-05-08T07:05:48.351" v="208" actId="20577"/>
        <pc:sldMkLst>
          <pc:docMk/>
          <pc:sldMk cId="1981672907" sldId="2147479026"/>
        </pc:sldMkLst>
        <pc:spChg chg="mod">
          <ac:chgData name="Zhang, H. (Aloise)" userId="669d39e4-d405-4618-abf0-c419d47f19fb" providerId="ADAL" clId="{9FBC5CF7-65BE-4454-B3F4-97C9E537730B}" dt="2025-05-08T06:33:21.765" v="81" actId="20577"/>
          <ac:spMkLst>
            <pc:docMk/>
            <pc:sldMk cId="1981672907" sldId="2147479026"/>
            <ac:spMk id="2" creationId="{2D43AD39-CEEC-4931-8462-9D9324EB97C9}"/>
          </ac:spMkLst>
        </pc:spChg>
        <pc:spChg chg="mod">
          <ac:chgData name="Zhang, H. (Aloise)" userId="669d39e4-d405-4618-abf0-c419d47f19fb" providerId="ADAL" clId="{9FBC5CF7-65BE-4454-B3F4-97C9E537730B}" dt="2025-05-08T07:05:48.351" v="208" actId="20577"/>
          <ac:spMkLst>
            <pc:docMk/>
            <pc:sldMk cId="1981672907" sldId="2147479026"/>
            <ac:spMk id="6" creationId="{3521DAEB-21E2-8D72-F4ED-DAE10DED5D1C}"/>
          </ac:spMkLst>
        </pc:spChg>
        <pc:picChg chg="del">
          <ac:chgData name="Zhang, H. (Aloise)" userId="669d39e4-d405-4618-abf0-c419d47f19fb" providerId="ADAL" clId="{9FBC5CF7-65BE-4454-B3F4-97C9E537730B}" dt="2025-05-08T06:31:18.993" v="51" actId="478"/>
          <ac:picMkLst>
            <pc:docMk/>
            <pc:sldMk cId="1981672907" sldId="2147479026"/>
            <ac:picMk id="3" creationId="{A80F09DE-D903-1061-CFC6-9503FEF1A61C}"/>
          </ac:picMkLst>
        </pc:picChg>
        <pc:picChg chg="del">
          <ac:chgData name="Zhang, H. (Aloise)" userId="669d39e4-d405-4618-abf0-c419d47f19fb" providerId="ADAL" clId="{9FBC5CF7-65BE-4454-B3F4-97C9E537730B}" dt="2025-05-08T06:31:40.776" v="63" actId="478"/>
          <ac:picMkLst>
            <pc:docMk/>
            <pc:sldMk cId="1981672907" sldId="2147479026"/>
            <ac:picMk id="4" creationId="{2103AAAF-9320-A8BB-77AE-5849861A51A9}"/>
          </ac:picMkLst>
        </pc:picChg>
        <pc:picChg chg="add mod">
          <ac:chgData name="Zhang, H. (Aloise)" userId="669d39e4-d405-4618-abf0-c419d47f19fb" providerId="ADAL" clId="{9FBC5CF7-65BE-4454-B3F4-97C9E537730B}" dt="2025-05-08T06:31:28.186" v="55" actId="1076"/>
          <ac:picMkLst>
            <pc:docMk/>
            <pc:sldMk cId="1981672907" sldId="2147479026"/>
            <ac:picMk id="5" creationId="{0A638FBE-39A2-E257-555B-AA3B5E83342B}"/>
          </ac:picMkLst>
        </pc:picChg>
        <pc:picChg chg="add mod">
          <ac:chgData name="Zhang, H. (Aloise)" userId="669d39e4-d405-4618-abf0-c419d47f19fb" providerId="ADAL" clId="{9FBC5CF7-65BE-4454-B3F4-97C9E537730B}" dt="2025-05-08T06:32:24.119" v="69" actId="1076"/>
          <ac:picMkLst>
            <pc:docMk/>
            <pc:sldMk cId="1981672907" sldId="2147479026"/>
            <ac:picMk id="7" creationId="{9464E1A4-A03A-9499-E035-D6B71C56CFAD}"/>
          </ac:picMkLst>
        </pc:picChg>
      </pc:sldChg>
      <pc:sldChg chg="addSp delSp modSp mod">
        <pc:chgData name="Zhang, H. (Aloise)" userId="669d39e4-d405-4618-abf0-c419d47f19fb" providerId="ADAL" clId="{9FBC5CF7-65BE-4454-B3F4-97C9E537730B}" dt="2025-05-08T06:47:28.969" v="186" actId="1076"/>
        <pc:sldMkLst>
          <pc:docMk/>
          <pc:sldMk cId="2247022721" sldId="2147479027"/>
        </pc:sldMkLst>
        <pc:picChg chg="del">
          <ac:chgData name="Zhang, H. (Aloise)" userId="669d39e4-d405-4618-abf0-c419d47f19fb" providerId="ADAL" clId="{9FBC5CF7-65BE-4454-B3F4-97C9E537730B}" dt="2025-05-08T06:45:55.883" v="184" actId="478"/>
          <ac:picMkLst>
            <pc:docMk/>
            <pc:sldMk cId="2247022721" sldId="2147479027"/>
            <ac:picMk id="3" creationId="{46D3C409-EAC1-4B97-08AE-A11E04F98BFD}"/>
          </ac:picMkLst>
        </pc:picChg>
        <pc:picChg chg="add mod">
          <ac:chgData name="Zhang, H. (Aloise)" userId="669d39e4-d405-4618-abf0-c419d47f19fb" providerId="ADAL" clId="{9FBC5CF7-65BE-4454-B3F4-97C9E537730B}" dt="2025-05-08T06:47:28.969" v="186" actId="1076"/>
          <ac:picMkLst>
            <pc:docMk/>
            <pc:sldMk cId="2247022721" sldId="2147479027"/>
            <ac:picMk id="4" creationId="{2A9A87A4-33FB-E45C-61A3-6161EEF29984}"/>
          </ac:picMkLst>
        </pc:picChg>
      </pc:sldChg>
      <pc:sldChg chg="addSp delSp modSp mod">
        <pc:chgData name="Zhang, H. (Aloise)" userId="669d39e4-d405-4618-abf0-c419d47f19fb" providerId="ADAL" clId="{9FBC5CF7-65BE-4454-B3F4-97C9E537730B}" dt="2025-05-08T06:48:48.305" v="193" actId="14100"/>
        <pc:sldMkLst>
          <pc:docMk/>
          <pc:sldMk cId="647177604" sldId="2147479028"/>
        </pc:sldMkLst>
        <pc:picChg chg="del">
          <ac:chgData name="Zhang, H. (Aloise)" userId="669d39e4-d405-4618-abf0-c419d47f19fb" providerId="ADAL" clId="{9FBC5CF7-65BE-4454-B3F4-97C9E537730B}" dt="2025-05-08T06:48:34.499" v="187" actId="478"/>
          <ac:picMkLst>
            <pc:docMk/>
            <pc:sldMk cId="647177604" sldId="2147479028"/>
            <ac:picMk id="3" creationId="{51A4ADA1-901A-413C-5F83-423FB85D1DE9}"/>
          </ac:picMkLst>
        </pc:picChg>
        <pc:picChg chg="add mod">
          <ac:chgData name="Zhang, H. (Aloise)" userId="669d39e4-d405-4618-abf0-c419d47f19fb" providerId="ADAL" clId="{9FBC5CF7-65BE-4454-B3F4-97C9E537730B}" dt="2025-05-08T06:48:48.305" v="193" actId="14100"/>
          <ac:picMkLst>
            <pc:docMk/>
            <pc:sldMk cId="647177604" sldId="2147479028"/>
            <ac:picMk id="4" creationId="{9B63357B-3B68-012D-0301-C18626B0EE96}"/>
          </ac:picMkLst>
        </pc:picChg>
      </pc:sldChg>
    </pc:docChg>
  </pc:docChgLst>
  <pc:docChgLst>
    <pc:chgData name="Zhang, H. (Aloise)" userId="669d39e4-d405-4618-abf0-c419d47f19fb" providerId="ADAL" clId="{AF8FA10C-4850-427C-81F2-A5639F74B0E9}"/>
    <pc:docChg chg="custSel modSld">
      <pc:chgData name="Zhang, H. (Aloise)" userId="669d39e4-d405-4618-abf0-c419d47f19fb" providerId="ADAL" clId="{AF8FA10C-4850-427C-81F2-A5639F74B0E9}" dt="2025-02-10T02:26:22.690" v="149" actId="20577"/>
      <pc:docMkLst>
        <pc:docMk/>
      </pc:docMkLst>
      <pc:sldChg chg="modSp mod">
        <pc:chgData name="Zhang, H. (Aloise)" userId="669d39e4-d405-4618-abf0-c419d47f19fb" providerId="ADAL" clId="{AF8FA10C-4850-427C-81F2-A5639F74B0E9}" dt="2025-02-10T01:23:16.169" v="15" actId="20577"/>
        <pc:sldMkLst>
          <pc:docMk/>
          <pc:sldMk cId="1961524251" sldId="306"/>
        </pc:sldMkLst>
        <pc:spChg chg="mod">
          <ac:chgData name="Zhang, H. (Aloise)" userId="669d39e4-d405-4618-abf0-c419d47f19fb" providerId="ADAL" clId="{AF8FA10C-4850-427C-81F2-A5639F74B0E9}" dt="2025-02-10T01:23:16.169" v="15" actId="20577"/>
          <ac:spMkLst>
            <pc:docMk/>
            <pc:sldMk cId="1961524251" sldId="306"/>
            <ac:spMk id="7" creationId="{DF48247D-54A0-4537-BA1D-AE779BB3DAC2}"/>
          </ac:spMkLst>
        </pc:spChg>
      </pc:sldChg>
      <pc:sldChg chg="addSp delSp modSp mod">
        <pc:chgData name="Zhang, H. (Aloise)" userId="669d39e4-d405-4618-abf0-c419d47f19fb" providerId="ADAL" clId="{AF8FA10C-4850-427C-81F2-A5639F74B0E9}" dt="2025-02-10T01:29:25.740" v="83" actId="1076"/>
        <pc:sldMkLst>
          <pc:docMk/>
          <pc:sldMk cId="3812344724" sldId="2147479015"/>
        </pc:sldMkLst>
        <pc:spChg chg="mod">
          <ac:chgData name="Zhang, H. (Aloise)" userId="669d39e4-d405-4618-abf0-c419d47f19fb" providerId="ADAL" clId="{AF8FA10C-4850-427C-81F2-A5639F74B0E9}" dt="2025-02-10T01:26:45.456" v="64" actId="20577"/>
          <ac:spMkLst>
            <pc:docMk/>
            <pc:sldMk cId="3812344724" sldId="2147479015"/>
            <ac:spMk id="2" creationId="{2D43AD39-CEEC-4931-8462-9D9324EB97C9}"/>
          </ac:spMkLst>
        </pc:spChg>
        <pc:spChg chg="mod">
          <ac:chgData name="Zhang, H. (Aloise)" userId="669d39e4-d405-4618-abf0-c419d47f19fb" providerId="ADAL" clId="{AF8FA10C-4850-427C-81F2-A5639F74B0E9}" dt="2025-02-10T01:27:51.431" v="73" actId="20577"/>
          <ac:spMkLst>
            <pc:docMk/>
            <pc:sldMk cId="3812344724" sldId="2147479015"/>
            <ac:spMk id="5" creationId="{C7EF06A6-1676-F2DB-C6C3-451D4029B238}"/>
          </ac:spMkLst>
        </pc:spChg>
        <pc:picChg chg="del">
          <ac:chgData name="Zhang, H. (Aloise)" userId="669d39e4-d405-4618-abf0-c419d47f19fb" providerId="ADAL" clId="{AF8FA10C-4850-427C-81F2-A5639F74B0E9}" dt="2025-02-10T01:27:30.433" v="65" actId="478"/>
          <ac:picMkLst>
            <pc:docMk/>
            <pc:sldMk cId="3812344724" sldId="2147479015"/>
            <ac:picMk id="3" creationId="{AEA14C60-DED1-F382-7F13-F1BB8C6E0E8B}"/>
          </ac:picMkLst>
        </pc:picChg>
        <pc:picChg chg="add mod">
          <ac:chgData name="Zhang, H. (Aloise)" userId="669d39e4-d405-4618-abf0-c419d47f19fb" providerId="ADAL" clId="{AF8FA10C-4850-427C-81F2-A5639F74B0E9}" dt="2025-02-10T01:27:37.803" v="68" actId="14100"/>
          <ac:picMkLst>
            <pc:docMk/>
            <pc:sldMk cId="3812344724" sldId="2147479015"/>
            <ac:picMk id="4" creationId="{A53952C8-55FF-2FB6-76BE-3A3FC04855CE}"/>
          </ac:picMkLst>
        </pc:picChg>
        <pc:picChg chg="add mod">
          <ac:chgData name="Zhang, H. (Aloise)" userId="669d39e4-d405-4618-abf0-c419d47f19fb" providerId="ADAL" clId="{AF8FA10C-4850-427C-81F2-A5639F74B0E9}" dt="2025-02-10T01:29:25.740" v="83" actId="1076"/>
          <ac:picMkLst>
            <pc:docMk/>
            <pc:sldMk cId="3812344724" sldId="2147479015"/>
            <ac:picMk id="6" creationId="{89F14250-FAA2-BF56-3448-9B702A35BD70}"/>
          </ac:picMkLst>
        </pc:picChg>
        <pc:picChg chg="del">
          <ac:chgData name="Zhang, H. (Aloise)" userId="669d39e4-d405-4618-abf0-c419d47f19fb" providerId="ADAL" clId="{AF8FA10C-4850-427C-81F2-A5639F74B0E9}" dt="2025-02-10T01:29:04.602" v="74" actId="478"/>
          <ac:picMkLst>
            <pc:docMk/>
            <pc:sldMk cId="3812344724" sldId="2147479015"/>
            <ac:picMk id="10" creationId="{474EF8F1-9FC7-7DFC-1FED-42FD6B429207}"/>
          </ac:picMkLst>
        </pc:picChg>
      </pc:sldChg>
      <pc:sldChg chg="addSp delSp modSp mod">
        <pc:chgData name="Zhang, H. (Aloise)" userId="669d39e4-d405-4618-abf0-c419d47f19fb" providerId="ADAL" clId="{AF8FA10C-4850-427C-81F2-A5639F74B0E9}" dt="2025-02-10T01:33:22.531" v="113" actId="1076"/>
        <pc:sldMkLst>
          <pc:docMk/>
          <pc:sldMk cId="3615244666" sldId="2147479016"/>
        </pc:sldMkLst>
        <pc:picChg chg="add mod">
          <ac:chgData name="Zhang, H. (Aloise)" userId="669d39e4-d405-4618-abf0-c419d47f19fb" providerId="ADAL" clId="{AF8FA10C-4850-427C-81F2-A5639F74B0E9}" dt="2025-02-10T01:33:22.531" v="113" actId="1076"/>
          <ac:picMkLst>
            <pc:docMk/>
            <pc:sldMk cId="3615244666" sldId="2147479016"/>
            <ac:picMk id="3" creationId="{9321AC85-0889-DA89-6DB6-9359BE626C30}"/>
          </ac:picMkLst>
        </pc:picChg>
        <pc:picChg chg="del">
          <ac:chgData name="Zhang, H. (Aloise)" userId="669d39e4-d405-4618-abf0-c419d47f19fb" providerId="ADAL" clId="{AF8FA10C-4850-427C-81F2-A5639F74B0E9}" dt="2025-02-10T01:32:15.658" v="101" actId="478"/>
          <ac:picMkLst>
            <pc:docMk/>
            <pc:sldMk cId="3615244666" sldId="2147479016"/>
            <ac:picMk id="4" creationId="{1DBAA67C-2A8B-4C9A-F7F7-2DEAEAB94111}"/>
          </ac:picMkLst>
        </pc:picChg>
        <pc:picChg chg="add mod">
          <ac:chgData name="Zhang, H. (Aloise)" userId="669d39e4-d405-4618-abf0-c419d47f19fb" providerId="ADAL" clId="{AF8FA10C-4850-427C-81F2-A5639F74B0E9}" dt="2025-02-10T01:33:11.695" v="111" actId="1076"/>
          <ac:picMkLst>
            <pc:docMk/>
            <pc:sldMk cId="3615244666" sldId="2147479016"/>
            <ac:picMk id="6" creationId="{E1DA5DB8-134E-098D-F17D-D294DF894ECB}"/>
          </ac:picMkLst>
        </pc:picChg>
        <pc:picChg chg="del">
          <ac:chgData name="Zhang, H. (Aloise)" userId="669d39e4-d405-4618-abf0-c419d47f19fb" providerId="ADAL" clId="{AF8FA10C-4850-427C-81F2-A5639F74B0E9}" dt="2025-02-10T01:33:00.810" v="106" actId="478"/>
          <ac:picMkLst>
            <pc:docMk/>
            <pc:sldMk cId="3615244666" sldId="2147479016"/>
            <ac:picMk id="8" creationId="{4130B682-492A-C47C-937C-9BC29FAF53BE}"/>
          </ac:picMkLst>
        </pc:picChg>
      </pc:sldChg>
      <pc:sldChg chg="addSp delSp modSp mod">
        <pc:chgData name="Zhang, H. (Aloise)" userId="669d39e4-d405-4618-abf0-c419d47f19fb" providerId="ADAL" clId="{AF8FA10C-4850-427C-81F2-A5639F74B0E9}" dt="2025-02-10T01:35:12.857" v="120" actId="1076"/>
        <pc:sldMkLst>
          <pc:docMk/>
          <pc:sldMk cId="3095730842" sldId="2147479018"/>
        </pc:sldMkLst>
        <pc:picChg chg="del">
          <ac:chgData name="Zhang, H. (Aloise)" userId="669d39e4-d405-4618-abf0-c419d47f19fb" providerId="ADAL" clId="{AF8FA10C-4850-427C-81F2-A5639F74B0E9}" dt="2025-02-10T01:35:08.125" v="118" actId="478"/>
          <ac:picMkLst>
            <pc:docMk/>
            <pc:sldMk cId="3095730842" sldId="2147479018"/>
            <ac:picMk id="3" creationId="{4CE6D547-9C6B-D177-53F7-A3BEC90D2DA6}"/>
          </ac:picMkLst>
        </pc:picChg>
        <pc:picChg chg="add mod">
          <ac:chgData name="Zhang, H. (Aloise)" userId="669d39e4-d405-4618-abf0-c419d47f19fb" providerId="ADAL" clId="{AF8FA10C-4850-427C-81F2-A5639F74B0E9}" dt="2025-02-10T01:35:12.857" v="120" actId="1076"/>
          <ac:picMkLst>
            <pc:docMk/>
            <pc:sldMk cId="3095730842" sldId="2147479018"/>
            <ac:picMk id="4" creationId="{D6741398-76FA-4420-2C86-BF32D2F933FA}"/>
          </ac:picMkLst>
        </pc:picChg>
      </pc:sldChg>
      <pc:sldChg chg="addSp delSp modSp mod">
        <pc:chgData name="Zhang, H. (Aloise)" userId="669d39e4-d405-4618-abf0-c419d47f19fb" providerId="ADAL" clId="{AF8FA10C-4850-427C-81F2-A5639F74B0E9}" dt="2025-02-10T02:25:53.319" v="146" actId="1076"/>
        <pc:sldMkLst>
          <pc:docMk/>
          <pc:sldMk cId="1268562801" sldId="2147479019"/>
        </pc:sldMkLst>
        <pc:picChg chg="del">
          <ac:chgData name="Zhang, H. (Aloise)" userId="669d39e4-d405-4618-abf0-c419d47f19fb" providerId="ADAL" clId="{AF8FA10C-4850-427C-81F2-A5639F74B0E9}" dt="2025-02-10T02:24:05.792" v="136" actId="478"/>
          <ac:picMkLst>
            <pc:docMk/>
            <pc:sldMk cId="1268562801" sldId="2147479019"/>
            <ac:picMk id="3" creationId="{93B33833-AFD5-7331-5DD5-5FB7EDDD9FC4}"/>
          </ac:picMkLst>
        </pc:picChg>
        <pc:picChg chg="del">
          <ac:chgData name="Zhang, H. (Aloise)" userId="669d39e4-d405-4618-abf0-c419d47f19fb" providerId="ADAL" clId="{AF8FA10C-4850-427C-81F2-A5639F74B0E9}" dt="2025-02-10T02:25:37.521" v="140" actId="478"/>
          <ac:picMkLst>
            <pc:docMk/>
            <pc:sldMk cId="1268562801" sldId="2147479019"/>
            <ac:picMk id="4" creationId="{5FFF15E8-A72B-E91C-15DF-36DAA3C3C219}"/>
          </ac:picMkLst>
        </pc:picChg>
        <pc:picChg chg="add mod">
          <ac:chgData name="Zhang, H. (Aloise)" userId="669d39e4-d405-4618-abf0-c419d47f19fb" providerId="ADAL" clId="{AF8FA10C-4850-427C-81F2-A5639F74B0E9}" dt="2025-02-10T02:24:17.982" v="139" actId="1076"/>
          <ac:picMkLst>
            <pc:docMk/>
            <pc:sldMk cId="1268562801" sldId="2147479019"/>
            <ac:picMk id="5" creationId="{1BCF221E-005C-C2A0-CA9D-472A989BE01B}"/>
          </ac:picMkLst>
        </pc:picChg>
        <pc:picChg chg="add mod">
          <ac:chgData name="Zhang, H. (Aloise)" userId="669d39e4-d405-4618-abf0-c419d47f19fb" providerId="ADAL" clId="{AF8FA10C-4850-427C-81F2-A5639F74B0E9}" dt="2025-02-10T02:25:53.319" v="146" actId="1076"/>
          <ac:picMkLst>
            <pc:docMk/>
            <pc:sldMk cId="1268562801" sldId="2147479019"/>
            <ac:picMk id="7" creationId="{105CA97E-42E6-1BA5-E9AA-B741D6A6D518}"/>
          </ac:picMkLst>
        </pc:picChg>
      </pc:sldChg>
      <pc:sldChg chg="addSp delSp modSp mod">
        <pc:chgData name="Zhang, H. (Aloise)" userId="669d39e4-d405-4618-abf0-c419d47f19fb" providerId="ADAL" clId="{AF8FA10C-4850-427C-81F2-A5639F74B0E9}" dt="2025-02-10T01:37:10.603" v="125" actId="1076"/>
        <pc:sldMkLst>
          <pc:docMk/>
          <pc:sldMk cId="261761247" sldId="2147479020"/>
        </pc:sldMkLst>
        <pc:picChg chg="del">
          <ac:chgData name="Zhang, H. (Aloise)" userId="669d39e4-d405-4618-abf0-c419d47f19fb" providerId="ADAL" clId="{AF8FA10C-4850-427C-81F2-A5639F74B0E9}" dt="2025-02-10T01:36:21.174" v="121" actId="478"/>
          <ac:picMkLst>
            <pc:docMk/>
            <pc:sldMk cId="261761247" sldId="2147479020"/>
            <ac:picMk id="3" creationId="{8D0243DB-BE25-BEF3-B3E6-7AEF0CEE31A5}"/>
          </ac:picMkLst>
        </pc:picChg>
        <pc:picChg chg="add del">
          <ac:chgData name="Zhang, H. (Aloise)" userId="669d39e4-d405-4618-abf0-c419d47f19fb" providerId="ADAL" clId="{AF8FA10C-4850-427C-81F2-A5639F74B0E9}" dt="2025-02-10T01:37:02.605" v="123" actId="478"/>
          <ac:picMkLst>
            <pc:docMk/>
            <pc:sldMk cId="261761247" sldId="2147479020"/>
            <ac:picMk id="4" creationId="{856540A8-A626-3F2F-6462-44CBF08FAD07}"/>
          </ac:picMkLst>
        </pc:picChg>
        <pc:picChg chg="add mod">
          <ac:chgData name="Zhang, H. (Aloise)" userId="669d39e4-d405-4618-abf0-c419d47f19fb" providerId="ADAL" clId="{AF8FA10C-4850-427C-81F2-A5639F74B0E9}" dt="2025-02-10T01:37:10.603" v="125" actId="1076"/>
          <ac:picMkLst>
            <pc:docMk/>
            <pc:sldMk cId="261761247" sldId="2147479020"/>
            <ac:picMk id="5" creationId="{E154390E-95B8-DBAC-F849-797C0CAFB927}"/>
          </ac:picMkLst>
        </pc:picChg>
      </pc:sldChg>
      <pc:sldChg chg="addSp delSp modSp mod">
        <pc:chgData name="Zhang, H. (Aloise)" userId="669d39e4-d405-4618-abf0-c419d47f19fb" providerId="ADAL" clId="{AF8FA10C-4850-427C-81F2-A5639F74B0E9}" dt="2025-02-10T01:34:29.267" v="117" actId="1076"/>
        <pc:sldMkLst>
          <pc:docMk/>
          <pc:sldMk cId="3934647177" sldId="2147479023"/>
        </pc:sldMkLst>
        <pc:picChg chg="del">
          <ac:chgData name="Zhang, H. (Aloise)" userId="669d39e4-d405-4618-abf0-c419d47f19fb" providerId="ADAL" clId="{AF8FA10C-4850-427C-81F2-A5639F74B0E9}" dt="2025-02-10T01:34:17.267" v="114" actId="478"/>
          <ac:picMkLst>
            <pc:docMk/>
            <pc:sldMk cId="3934647177" sldId="2147479023"/>
            <ac:picMk id="3" creationId="{70FBDE33-0C3D-C31C-E7BB-3901FA3DBC60}"/>
          </ac:picMkLst>
        </pc:picChg>
        <pc:picChg chg="add mod">
          <ac:chgData name="Zhang, H. (Aloise)" userId="669d39e4-d405-4618-abf0-c419d47f19fb" providerId="ADAL" clId="{AF8FA10C-4850-427C-81F2-A5639F74B0E9}" dt="2025-02-10T01:34:29.267" v="117" actId="1076"/>
          <ac:picMkLst>
            <pc:docMk/>
            <pc:sldMk cId="3934647177" sldId="2147479023"/>
            <ac:picMk id="4" creationId="{0E3F8222-8857-FCA3-CA10-83B20F6BEFDA}"/>
          </ac:picMkLst>
        </pc:picChg>
      </pc:sldChg>
      <pc:sldChg chg="addSp delSp modSp mod">
        <pc:chgData name="Zhang, H. (Aloise)" userId="669d39e4-d405-4618-abf0-c419d47f19fb" providerId="ADAL" clId="{AF8FA10C-4850-427C-81F2-A5639F74B0E9}" dt="2025-02-10T01:26:29.440" v="56" actId="6549"/>
        <pc:sldMkLst>
          <pc:docMk/>
          <pc:sldMk cId="2658016897" sldId="2147479024"/>
        </pc:sldMkLst>
        <pc:spChg chg="mod">
          <ac:chgData name="Zhang, H. (Aloise)" userId="669d39e4-d405-4618-abf0-c419d47f19fb" providerId="ADAL" clId="{AF8FA10C-4850-427C-81F2-A5639F74B0E9}" dt="2025-02-10T01:23:28.103" v="16" actId="20577"/>
          <ac:spMkLst>
            <pc:docMk/>
            <pc:sldMk cId="2658016897" sldId="2147479024"/>
            <ac:spMk id="2" creationId="{2D43AD39-CEEC-4931-8462-9D9324EB97C9}"/>
          </ac:spMkLst>
        </pc:spChg>
        <pc:spChg chg="mod">
          <ac:chgData name="Zhang, H. (Aloise)" userId="669d39e4-d405-4618-abf0-c419d47f19fb" providerId="ADAL" clId="{AF8FA10C-4850-427C-81F2-A5639F74B0E9}" dt="2025-02-10T01:26:29.440" v="56" actId="6549"/>
          <ac:spMkLst>
            <pc:docMk/>
            <pc:sldMk cId="2658016897" sldId="2147479024"/>
            <ac:spMk id="4" creationId="{87568A90-6390-F1E0-E603-2B1626E64BE3}"/>
          </ac:spMkLst>
        </pc:spChg>
        <pc:picChg chg="del">
          <ac:chgData name="Zhang, H. (Aloise)" userId="669d39e4-d405-4618-abf0-c419d47f19fb" providerId="ADAL" clId="{AF8FA10C-4850-427C-81F2-A5639F74B0E9}" dt="2025-02-10T01:23:31.277" v="17" actId="478"/>
          <ac:picMkLst>
            <pc:docMk/>
            <pc:sldMk cId="2658016897" sldId="2147479024"/>
            <ac:picMk id="3" creationId="{59C7E7C1-D7A9-80CF-885F-3F4442343CA9}"/>
          </ac:picMkLst>
        </pc:picChg>
        <pc:picChg chg="add mod">
          <ac:chgData name="Zhang, H. (Aloise)" userId="669d39e4-d405-4618-abf0-c419d47f19fb" providerId="ADAL" clId="{AF8FA10C-4850-427C-81F2-A5639F74B0E9}" dt="2025-02-10T01:24:10.372" v="22" actId="14100"/>
          <ac:picMkLst>
            <pc:docMk/>
            <pc:sldMk cId="2658016897" sldId="2147479024"/>
            <ac:picMk id="5" creationId="{0F276503-3437-91D6-D87A-FCCF2CE1F3D5}"/>
          </ac:picMkLst>
        </pc:picChg>
      </pc:sldChg>
      <pc:sldChg chg="addSp delSp modSp mod">
        <pc:chgData name="Zhang, H. (Aloise)" userId="669d39e4-d405-4618-abf0-c419d47f19fb" providerId="ADAL" clId="{AF8FA10C-4850-427C-81F2-A5639F74B0E9}" dt="2025-02-10T02:26:22.690" v="149" actId="20577"/>
        <pc:sldMkLst>
          <pc:docMk/>
          <pc:sldMk cId="1981672907" sldId="2147479026"/>
        </pc:sldMkLst>
        <pc:spChg chg="mod">
          <ac:chgData name="Zhang, H. (Aloise)" userId="669d39e4-d405-4618-abf0-c419d47f19fb" providerId="ADAL" clId="{AF8FA10C-4850-427C-81F2-A5639F74B0E9}" dt="2025-02-10T02:26:22.690" v="149" actId="20577"/>
          <ac:spMkLst>
            <pc:docMk/>
            <pc:sldMk cId="1981672907" sldId="2147479026"/>
            <ac:spMk id="2" creationId="{2D43AD39-CEEC-4931-8462-9D9324EB97C9}"/>
          </ac:spMkLst>
        </pc:spChg>
        <pc:spChg chg="mod">
          <ac:chgData name="Zhang, H. (Aloise)" userId="669d39e4-d405-4618-abf0-c419d47f19fb" providerId="ADAL" clId="{AF8FA10C-4850-427C-81F2-A5639F74B0E9}" dt="2025-02-10T01:30:38.442" v="90" actId="20577"/>
          <ac:spMkLst>
            <pc:docMk/>
            <pc:sldMk cId="1981672907" sldId="2147479026"/>
            <ac:spMk id="6" creationId="{3521DAEB-21E2-8D72-F4ED-DAE10DED5D1C}"/>
          </ac:spMkLst>
        </pc:spChg>
        <pc:picChg chg="add mod">
          <ac:chgData name="Zhang, H. (Aloise)" userId="669d39e4-d405-4618-abf0-c419d47f19fb" providerId="ADAL" clId="{AF8FA10C-4850-427C-81F2-A5639F74B0E9}" dt="2025-02-10T01:30:28.323" v="87" actId="14100"/>
          <ac:picMkLst>
            <pc:docMk/>
            <pc:sldMk cId="1981672907" sldId="2147479026"/>
            <ac:picMk id="3" creationId="{FB530957-3E04-F7E0-3488-E9C63DE402A8}"/>
          </ac:picMkLst>
        </pc:picChg>
        <pc:picChg chg="add mod">
          <ac:chgData name="Zhang, H. (Aloise)" userId="669d39e4-d405-4618-abf0-c419d47f19fb" providerId="ADAL" clId="{AF8FA10C-4850-427C-81F2-A5639F74B0E9}" dt="2025-02-10T01:31:14.180" v="100" actId="14100"/>
          <ac:picMkLst>
            <pc:docMk/>
            <pc:sldMk cId="1981672907" sldId="2147479026"/>
            <ac:picMk id="4" creationId="{191B2F10-CA1A-36D0-04A4-5F541C46718F}"/>
          </ac:picMkLst>
        </pc:picChg>
        <pc:picChg chg="del">
          <ac:chgData name="Zhang, H. (Aloise)" userId="669d39e4-d405-4618-abf0-c419d47f19fb" providerId="ADAL" clId="{AF8FA10C-4850-427C-81F2-A5639F74B0E9}" dt="2025-02-10T01:30:51.635" v="91" actId="478"/>
          <ac:picMkLst>
            <pc:docMk/>
            <pc:sldMk cId="1981672907" sldId="2147479026"/>
            <ac:picMk id="5" creationId="{26BE12C5-A563-E421-851C-F0A0066F93EC}"/>
          </ac:picMkLst>
        </pc:picChg>
        <pc:picChg chg="del">
          <ac:chgData name="Zhang, H. (Aloise)" userId="669d39e4-d405-4618-abf0-c419d47f19fb" providerId="ADAL" clId="{AF8FA10C-4850-427C-81F2-A5639F74B0E9}" dt="2025-02-10T01:30:19.482" v="84" actId="478"/>
          <ac:picMkLst>
            <pc:docMk/>
            <pc:sldMk cId="1981672907" sldId="2147479026"/>
            <ac:picMk id="7" creationId="{61B665A9-7745-53F6-1AC1-275545C332BE}"/>
          </ac:picMkLst>
        </pc:picChg>
      </pc:sldChg>
      <pc:sldChg chg="addSp delSp modSp mod">
        <pc:chgData name="Zhang, H. (Aloise)" userId="669d39e4-d405-4618-abf0-c419d47f19fb" providerId="ADAL" clId="{AF8FA10C-4850-427C-81F2-A5639F74B0E9}" dt="2025-02-10T01:47:07.765" v="130" actId="14100"/>
        <pc:sldMkLst>
          <pc:docMk/>
          <pc:sldMk cId="2247022721" sldId="2147479027"/>
        </pc:sldMkLst>
        <pc:picChg chg="add mod">
          <ac:chgData name="Zhang, H. (Aloise)" userId="669d39e4-d405-4618-abf0-c419d47f19fb" providerId="ADAL" clId="{AF8FA10C-4850-427C-81F2-A5639F74B0E9}" dt="2025-02-10T01:47:07.765" v="130" actId="14100"/>
          <ac:picMkLst>
            <pc:docMk/>
            <pc:sldMk cId="2247022721" sldId="2147479027"/>
            <ac:picMk id="3" creationId="{A6A62D02-A724-4D11-7C15-AC21D86AA5E5}"/>
          </ac:picMkLst>
        </pc:picChg>
        <pc:picChg chg="del">
          <ac:chgData name="Zhang, H. (Aloise)" userId="669d39e4-d405-4618-abf0-c419d47f19fb" providerId="ADAL" clId="{AF8FA10C-4850-427C-81F2-A5639F74B0E9}" dt="2025-02-10T01:46:54.539" v="126" actId="478"/>
          <ac:picMkLst>
            <pc:docMk/>
            <pc:sldMk cId="2247022721" sldId="2147479027"/>
            <ac:picMk id="4" creationId="{7BF164BF-B2F6-85C3-EC9D-53497626F751}"/>
          </ac:picMkLst>
        </pc:picChg>
      </pc:sldChg>
      <pc:sldChg chg="addSp delSp modSp mod">
        <pc:chgData name="Zhang, H. (Aloise)" userId="669d39e4-d405-4618-abf0-c419d47f19fb" providerId="ADAL" clId="{AF8FA10C-4850-427C-81F2-A5639F74B0E9}" dt="2025-02-10T01:48:09.092" v="135" actId="1076"/>
        <pc:sldMkLst>
          <pc:docMk/>
          <pc:sldMk cId="647177604" sldId="2147479028"/>
        </pc:sldMkLst>
        <pc:picChg chg="add mod">
          <ac:chgData name="Zhang, H. (Aloise)" userId="669d39e4-d405-4618-abf0-c419d47f19fb" providerId="ADAL" clId="{AF8FA10C-4850-427C-81F2-A5639F74B0E9}" dt="2025-02-10T01:48:09.092" v="135" actId="1076"/>
          <ac:picMkLst>
            <pc:docMk/>
            <pc:sldMk cId="647177604" sldId="2147479028"/>
            <ac:picMk id="3" creationId="{82C3BCDE-B76B-7013-7904-3B3FED011029}"/>
          </ac:picMkLst>
        </pc:picChg>
        <pc:picChg chg="del">
          <ac:chgData name="Zhang, H. (Aloise)" userId="669d39e4-d405-4618-abf0-c419d47f19fb" providerId="ADAL" clId="{AF8FA10C-4850-427C-81F2-A5639F74B0E9}" dt="2025-02-10T01:47:59.893" v="131" actId="478"/>
          <ac:picMkLst>
            <pc:docMk/>
            <pc:sldMk cId="647177604" sldId="2147479028"/>
            <ac:picMk id="4" creationId="{6FC94A4D-4565-8872-A305-CA535DA0288E}"/>
          </ac:picMkLst>
        </pc:picChg>
      </pc:sldChg>
    </pc:docChg>
  </pc:docChgLst>
  <pc:docChgLst>
    <pc:chgData name="Zhang, H. (Aloise)" userId="669d39e4-d405-4618-abf0-c419d47f19fb" providerId="ADAL" clId="{A3DAEFD4-4F56-479F-A9A7-6F8F7946D765}"/>
    <pc:docChg chg="undo custSel addSld delSld modSld sldOrd">
      <pc:chgData name="Zhang, H. (Aloise)" userId="669d39e4-d405-4618-abf0-c419d47f19fb" providerId="ADAL" clId="{A3DAEFD4-4F56-479F-A9A7-6F8F7946D765}" dt="2024-09-05T03:56:31.681" v="1281" actId="20577"/>
      <pc:docMkLst>
        <pc:docMk/>
      </pc:docMkLst>
      <pc:sldChg chg="addSp delSp modSp del mod">
        <pc:chgData name="Zhang, H. (Aloise)" userId="669d39e4-d405-4618-abf0-c419d47f19fb" providerId="ADAL" clId="{A3DAEFD4-4F56-479F-A9A7-6F8F7946D765}" dt="2024-09-04T06:25:53.623" v="21" actId="2696"/>
        <pc:sldMkLst>
          <pc:docMk/>
          <pc:sldMk cId="3245946373" sldId="2147479013"/>
        </pc:sldMkLst>
        <pc:spChg chg="mod">
          <ac:chgData name="Zhang, H. (Aloise)" userId="669d39e4-d405-4618-abf0-c419d47f19fb" providerId="ADAL" clId="{A3DAEFD4-4F56-479F-A9A7-6F8F7946D765}" dt="2024-09-03T00:23:26.409" v="7" actId="20577"/>
          <ac:spMkLst>
            <pc:docMk/>
            <pc:sldMk cId="3245946373" sldId="2147479013"/>
            <ac:spMk id="2" creationId="{2D43AD39-CEEC-4931-8462-9D9324EB97C9}"/>
          </ac:spMkLst>
        </pc:spChg>
        <pc:spChg chg="mod">
          <ac:chgData name="Zhang, H. (Aloise)" userId="669d39e4-d405-4618-abf0-c419d47f19fb" providerId="ADAL" clId="{A3DAEFD4-4F56-479F-A9A7-6F8F7946D765}" dt="2024-09-03T00:25:18.972" v="19" actId="20577"/>
          <ac:spMkLst>
            <pc:docMk/>
            <pc:sldMk cId="3245946373" sldId="2147479013"/>
            <ac:spMk id="4" creationId="{87568A90-6390-F1E0-E603-2B1626E64BE3}"/>
          </ac:spMkLst>
        </pc:spChg>
        <pc:picChg chg="add mod">
          <ac:chgData name="Zhang, H. (Aloise)" userId="669d39e4-d405-4618-abf0-c419d47f19fb" providerId="ADAL" clId="{A3DAEFD4-4F56-479F-A9A7-6F8F7946D765}" dt="2024-09-03T00:23:19.521" v="4" actId="1076"/>
          <ac:picMkLst>
            <pc:docMk/>
            <pc:sldMk cId="3245946373" sldId="2147479013"/>
            <ac:picMk id="3" creationId="{554DDF0C-6522-AD81-DC52-A809AD3050D6}"/>
          </ac:picMkLst>
        </pc:picChg>
        <pc:picChg chg="del">
          <ac:chgData name="Zhang, H. (Aloise)" userId="669d39e4-d405-4618-abf0-c419d47f19fb" providerId="ADAL" clId="{A3DAEFD4-4F56-479F-A9A7-6F8F7946D765}" dt="2024-09-03T00:23:02.346" v="0" actId="478"/>
          <ac:picMkLst>
            <pc:docMk/>
            <pc:sldMk cId="3245946373" sldId="2147479013"/>
            <ac:picMk id="5" creationId="{EF3F73EB-3061-A6B0-AC53-72F42CB44428}"/>
          </ac:picMkLst>
        </pc:picChg>
      </pc:sldChg>
      <pc:sldChg chg="addSp delSp modSp mod">
        <pc:chgData name="Zhang, H. (Aloise)" userId="669d39e4-d405-4618-abf0-c419d47f19fb" providerId="ADAL" clId="{A3DAEFD4-4F56-479F-A9A7-6F8F7946D765}" dt="2024-09-04T06:33:22.340" v="85" actId="20577"/>
        <pc:sldMkLst>
          <pc:docMk/>
          <pc:sldMk cId="3812344724" sldId="2147479015"/>
        </pc:sldMkLst>
        <pc:spChg chg="mod">
          <ac:chgData name="Zhang, H. (Aloise)" userId="669d39e4-d405-4618-abf0-c419d47f19fb" providerId="ADAL" clId="{A3DAEFD4-4F56-479F-A9A7-6F8F7946D765}" dt="2024-09-04T06:27:37.590" v="48" actId="20577"/>
          <ac:spMkLst>
            <pc:docMk/>
            <pc:sldMk cId="3812344724" sldId="2147479015"/>
            <ac:spMk id="2" creationId="{2D43AD39-CEEC-4931-8462-9D9324EB97C9}"/>
          </ac:spMkLst>
        </pc:spChg>
        <pc:spChg chg="mod">
          <ac:chgData name="Zhang, H. (Aloise)" userId="669d39e4-d405-4618-abf0-c419d47f19fb" providerId="ADAL" clId="{A3DAEFD4-4F56-479F-A9A7-6F8F7946D765}" dt="2024-09-04T06:28:55.352" v="57" actId="20577"/>
          <ac:spMkLst>
            <pc:docMk/>
            <pc:sldMk cId="3812344724" sldId="2147479015"/>
            <ac:spMk id="5" creationId="{C7EF06A6-1676-F2DB-C6C3-451D4029B238}"/>
          </ac:spMkLst>
        </pc:spChg>
        <pc:spChg chg="mod">
          <ac:chgData name="Zhang, H. (Aloise)" userId="669d39e4-d405-4618-abf0-c419d47f19fb" providerId="ADAL" clId="{A3DAEFD4-4F56-479F-A9A7-6F8F7946D765}" dt="2024-09-04T06:33:22.340" v="85" actId="20577"/>
          <ac:spMkLst>
            <pc:docMk/>
            <pc:sldMk cId="3812344724" sldId="2147479015"/>
            <ac:spMk id="7" creationId="{3E5C0238-6406-CE1C-764D-98424C92C4FD}"/>
          </ac:spMkLst>
        </pc:spChg>
        <pc:spChg chg="mod">
          <ac:chgData name="Zhang, H. (Aloise)" userId="669d39e4-d405-4618-abf0-c419d47f19fb" providerId="ADAL" clId="{A3DAEFD4-4F56-479F-A9A7-6F8F7946D765}" dt="2024-09-04T06:32:39.762" v="71" actId="1076"/>
          <ac:spMkLst>
            <pc:docMk/>
            <pc:sldMk cId="3812344724" sldId="2147479015"/>
            <ac:spMk id="8" creationId="{B50027CC-07D3-6A22-3B23-C0AC4ADDEB35}"/>
          </ac:spMkLst>
        </pc:spChg>
        <pc:picChg chg="del">
          <ac:chgData name="Zhang, H. (Aloise)" userId="669d39e4-d405-4618-abf0-c419d47f19fb" providerId="ADAL" clId="{A3DAEFD4-4F56-479F-A9A7-6F8F7946D765}" dt="2024-09-04T06:28:30.378" v="49" actId="478"/>
          <ac:picMkLst>
            <pc:docMk/>
            <pc:sldMk cId="3812344724" sldId="2147479015"/>
            <ac:picMk id="3" creationId="{CE92DF08-E240-E373-380B-DE718421479A}"/>
          </ac:picMkLst>
        </pc:picChg>
        <pc:picChg chg="add mod">
          <ac:chgData name="Zhang, H. (Aloise)" userId="669d39e4-d405-4618-abf0-c419d47f19fb" providerId="ADAL" clId="{A3DAEFD4-4F56-479F-A9A7-6F8F7946D765}" dt="2024-09-04T06:32:27.329" v="68" actId="14100"/>
          <ac:picMkLst>
            <pc:docMk/>
            <pc:sldMk cId="3812344724" sldId="2147479015"/>
            <ac:picMk id="4" creationId="{46231887-573B-C674-8B3E-3B67B5F08297}"/>
          </ac:picMkLst>
        </pc:picChg>
        <pc:picChg chg="add mod">
          <ac:chgData name="Zhang, H. (Aloise)" userId="669d39e4-d405-4618-abf0-c419d47f19fb" providerId="ADAL" clId="{A3DAEFD4-4F56-479F-A9A7-6F8F7946D765}" dt="2024-09-04T06:32:34.268" v="70" actId="14100"/>
          <ac:picMkLst>
            <pc:docMk/>
            <pc:sldMk cId="3812344724" sldId="2147479015"/>
            <ac:picMk id="6" creationId="{9F811B51-AFE9-6D5A-9E3A-20F92D657915}"/>
          </ac:picMkLst>
        </pc:picChg>
        <pc:picChg chg="del">
          <ac:chgData name="Zhang, H. (Aloise)" userId="669d39e4-d405-4618-abf0-c419d47f19fb" providerId="ADAL" clId="{A3DAEFD4-4F56-479F-A9A7-6F8F7946D765}" dt="2024-09-04T06:31:54.750" v="58" actId="478"/>
          <ac:picMkLst>
            <pc:docMk/>
            <pc:sldMk cId="3812344724" sldId="2147479015"/>
            <ac:picMk id="10" creationId="{EBE0E1A2-2D82-81D8-FFC9-ACD8CF5A124A}"/>
          </ac:picMkLst>
        </pc:picChg>
      </pc:sldChg>
      <pc:sldChg chg="addSp delSp modSp mod">
        <pc:chgData name="Zhang, H. (Aloise)" userId="669d39e4-d405-4618-abf0-c419d47f19fb" providerId="ADAL" clId="{A3DAEFD4-4F56-479F-A9A7-6F8F7946D765}" dt="2024-09-04T06:41:16.852" v="88" actId="1076"/>
        <pc:sldMkLst>
          <pc:docMk/>
          <pc:sldMk cId="3615244666" sldId="2147479016"/>
        </pc:sldMkLst>
        <pc:picChg chg="add mod">
          <ac:chgData name="Zhang, H. (Aloise)" userId="669d39e4-d405-4618-abf0-c419d47f19fb" providerId="ADAL" clId="{A3DAEFD4-4F56-479F-A9A7-6F8F7946D765}" dt="2024-09-04T06:41:16.852" v="88" actId="1076"/>
          <ac:picMkLst>
            <pc:docMk/>
            <pc:sldMk cId="3615244666" sldId="2147479016"/>
            <ac:picMk id="3" creationId="{77DB1C86-BAFD-33A4-02A3-B9C3D01C130A}"/>
          </ac:picMkLst>
        </pc:picChg>
        <pc:picChg chg="del">
          <ac:chgData name="Zhang, H. (Aloise)" userId="669d39e4-d405-4618-abf0-c419d47f19fb" providerId="ADAL" clId="{A3DAEFD4-4F56-479F-A9A7-6F8F7946D765}" dt="2024-09-04T06:41:07.968" v="86" actId="478"/>
          <ac:picMkLst>
            <pc:docMk/>
            <pc:sldMk cId="3615244666" sldId="2147479016"/>
            <ac:picMk id="7" creationId="{CF636FC0-CB08-E923-7082-F7C403534ACD}"/>
          </ac:picMkLst>
        </pc:picChg>
      </pc:sldChg>
      <pc:sldChg chg="addSp delSp modSp mod">
        <pc:chgData name="Zhang, H. (Aloise)" userId="669d39e4-d405-4618-abf0-c419d47f19fb" providerId="ADAL" clId="{A3DAEFD4-4F56-479F-A9A7-6F8F7946D765}" dt="2024-09-04T06:54:03.296" v="109" actId="20577"/>
        <pc:sldMkLst>
          <pc:docMk/>
          <pc:sldMk cId="3095730842" sldId="2147479018"/>
        </pc:sldMkLst>
        <pc:spChg chg="mod">
          <ac:chgData name="Zhang, H. (Aloise)" userId="669d39e4-d405-4618-abf0-c419d47f19fb" providerId="ADAL" clId="{A3DAEFD4-4F56-479F-A9A7-6F8F7946D765}" dt="2024-09-04T06:54:03.296" v="109" actId="20577"/>
          <ac:spMkLst>
            <pc:docMk/>
            <pc:sldMk cId="3095730842" sldId="2147479018"/>
            <ac:spMk id="6" creationId="{6043614A-E02E-ADB9-B922-03E0C51608CC}"/>
          </ac:spMkLst>
        </pc:spChg>
        <pc:picChg chg="add mod">
          <ac:chgData name="Zhang, H. (Aloise)" userId="669d39e4-d405-4618-abf0-c419d47f19fb" providerId="ADAL" clId="{A3DAEFD4-4F56-479F-A9A7-6F8F7946D765}" dt="2024-09-04T06:53:50.504" v="101" actId="14100"/>
          <ac:picMkLst>
            <pc:docMk/>
            <pc:sldMk cId="3095730842" sldId="2147479018"/>
            <ac:picMk id="3" creationId="{3AA69955-DBD4-5A6F-428C-13327EDF9549}"/>
          </ac:picMkLst>
        </pc:picChg>
        <pc:picChg chg="del">
          <ac:chgData name="Zhang, H. (Aloise)" userId="669d39e4-d405-4618-abf0-c419d47f19fb" providerId="ADAL" clId="{A3DAEFD4-4F56-479F-A9A7-6F8F7946D765}" dt="2024-09-04T06:53:40.132" v="98" actId="478"/>
          <ac:picMkLst>
            <pc:docMk/>
            <pc:sldMk cId="3095730842" sldId="2147479018"/>
            <ac:picMk id="5" creationId="{29C6C8D8-B8BF-F68B-EDB5-6675124D80F6}"/>
          </ac:picMkLst>
        </pc:picChg>
      </pc:sldChg>
      <pc:sldChg chg="addSp delSp modSp mod">
        <pc:chgData name="Zhang, H. (Aloise)" userId="669d39e4-d405-4618-abf0-c419d47f19fb" providerId="ADAL" clId="{A3DAEFD4-4F56-479F-A9A7-6F8F7946D765}" dt="2024-09-04T08:11:29.425" v="834" actId="1076"/>
        <pc:sldMkLst>
          <pc:docMk/>
          <pc:sldMk cId="1268562801" sldId="2147479019"/>
        </pc:sldMkLst>
        <pc:spChg chg="mod">
          <ac:chgData name="Zhang, H. (Aloise)" userId="669d39e4-d405-4618-abf0-c419d47f19fb" providerId="ADAL" clId="{A3DAEFD4-4F56-479F-A9A7-6F8F7946D765}" dt="2024-09-04T07:28:34.241" v="287" actId="404"/>
          <ac:spMkLst>
            <pc:docMk/>
            <pc:sldMk cId="1268562801" sldId="2147479019"/>
            <ac:spMk id="6" creationId="{3521DAEB-21E2-8D72-F4ED-DAE10DED5D1C}"/>
          </ac:spMkLst>
        </pc:spChg>
        <pc:picChg chg="add mod">
          <ac:chgData name="Zhang, H. (Aloise)" userId="669d39e4-d405-4618-abf0-c419d47f19fb" providerId="ADAL" clId="{A3DAEFD4-4F56-479F-A9A7-6F8F7946D765}" dt="2024-09-04T07:31:20.060" v="315" actId="1076"/>
          <ac:picMkLst>
            <pc:docMk/>
            <pc:sldMk cId="1268562801" sldId="2147479019"/>
            <ac:picMk id="3" creationId="{82DAB994-5C87-A543-8C9E-DBD0BE9E2C58}"/>
          </ac:picMkLst>
        </pc:picChg>
        <pc:picChg chg="add del mod">
          <ac:chgData name="Zhang, H. (Aloise)" userId="669d39e4-d405-4618-abf0-c419d47f19fb" providerId="ADAL" clId="{A3DAEFD4-4F56-479F-A9A7-6F8F7946D765}" dt="2024-09-04T07:29:16.910" v="290" actId="478"/>
          <ac:picMkLst>
            <pc:docMk/>
            <pc:sldMk cId="1268562801" sldId="2147479019"/>
            <ac:picMk id="4" creationId="{EFDC0491-1987-FA02-A838-0A4304331060}"/>
          </ac:picMkLst>
        </pc:picChg>
        <pc:picChg chg="add del mod ord">
          <ac:chgData name="Zhang, H. (Aloise)" userId="669d39e4-d405-4618-abf0-c419d47f19fb" providerId="ADAL" clId="{A3DAEFD4-4F56-479F-A9A7-6F8F7946D765}" dt="2024-09-04T07:30:25.968" v="305" actId="478"/>
          <ac:picMkLst>
            <pc:docMk/>
            <pc:sldMk cId="1268562801" sldId="2147479019"/>
            <ac:picMk id="5" creationId="{56E9B307-67D5-807A-C1C6-2E173420C923}"/>
          </ac:picMkLst>
        </pc:picChg>
        <pc:picChg chg="del">
          <ac:chgData name="Zhang, H. (Aloise)" userId="669d39e4-d405-4618-abf0-c419d47f19fb" providerId="ADAL" clId="{A3DAEFD4-4F56-479F-A9A7-6F8F7946D765}" dt="2024-09-04T07:18:49.485" v="223" actId="478"/>
          <ac:picMkLst>
            <pc:docMk/>
            <pc:sldMk cId="1268562801" sldId="2147479019"/>
            <ac:picMk id="7" creationId="{3B2DA79D-AE22-3D03-556C-8DC52F07CFE0}"/>
          </ac:picMkLst>
        </pc:picChg>
        <pc:picChg chg="add del mod">
          <ac:chgData name="Zhang, H. (Aloise)" userId="669d39e4-d405-4618-abf0-c419d47f19fb" providerId="ADAL" clId="{A3DAEFD4-4F56-479F-A9A7-6F8F7946D765}" dt="2024-09-04T08:10:35.058" v="822" actId="478"/>
          <ac:picMkLst>
            <pc:docMk/>
            <pc:sldMk cId="1268562801" sldId="2147479019"/>
            <ac:picMk id="8" creationId="{6A743D37-6473-4FB8-564F-A8BF58E1B4B4}"/>
          </ac:picMkLst>
        </pc:picChg>
        <pc:picChg chg="add del mod">
          <ac:chgData name="Zhang, H. (Aloise)" userId="669d39e4-d405-4618-abf0-c419d47f19fb" providerId="ADAL" clId="{A3DAEFD4-4F56-479F-A9A7-6F8F7946D765}" dt="2024-09-04T08:11:08.991" v="827" actId="478"/>
          <ac:picMkLst>
            <pc:docMk/>
            <pc:sldMk cId="1268562801" sldId="2147479019"/>
            <ac:picMk id="10" creationId="{2214B01D-012D-CEE5-FB6D-90443F7B741E}"/>
          </ac:picMkLst>
        </pc:picChg>
        <pc:picChg chg="add mod">
          <ac:chgData name="Zhang, H. (Aloise)" userId="669d39e4-d405-4618-abf0-c419d47f19fb" providerId="ADAL" clId="{A3DAEFD4-4F56-479F-A9A7-6F8F7946D765}" dt="2024-09-04T08:11:29.425" v="834" actId="1076"/>
          <ac:picMkLst>
            <pc:docMk/>
            <pc:sldMk cId="1268562801" sldId="2147479019"/>
            <ac:picMk id="11" creationId="{AF1D862A-6A5B-56DC-CAEA-AB26332A1B30}"/>
          </ac:picMkLst>
        </pc:picChg>
      </pc:sldChg>
      <pc:sldChg chg="addSp delSp modSp mod">
        <pc:chgData name="Zhang, H. (Aloise)" userId="669d39e4-d405-4618-abf0-c419d47f19fb" providerId="ADAL" clId="{A3DAEFD4-4F56-479F-A9A7-6F8F7946D765}" dt="2024-09-04T06:59:20.164" v="222" actId="1076"/>
        <pc:sldMkLst>
          <pc:docMk/>
          <pc:sldMk cId="261761247" sldId="2147479020"/>
        </pc:sldMkLst>
        <pc:spChg chg="mod">
          <ac:chgData name="Zhang, H. (Aloise)" userId="669d39e4-d405-4618-abf0-c419d47f19fb" providerId="ADAL" clId="{A3DAEFD4-4F56-479F-A9A7-6F8F7946D765}" dt="2024-09-04T06:59:15.425" v="221" actId="20577"/>
          <ac:spMkLst>
            <pc:docMk/>
            <pc:sldMk cId="261761247" sldId="2147479020"/>
            <ac:spMk id="6" creationId="{E5F3BD95-1896-4199-F09D-16D83D525A2F}"/>
          </ac:spMkLst>
        </pc:spChg>
        <pc:picChg chg="add mod">
          <ac:chgData name="Zhang, H. (Aloise)" userId="669d39e4-d405-4618-abf0-c419d47f19fb" providerId="ADAL" clId="{A3DAEFD4-4F56-479F-A9A7-6F8F7946D765}" dt="2024-09-04T06:59:20.164" v="222" actId="1076"/>
          <ac:picMkLst>
            <pc:docMk/>
            <pc:sldMk cId="261761247" sldId="2147479020"/>
            <ac:picMk id="3" creationId="{A3419D18-A2BC-F60A-1420-18DFEC609561}"/>
          </ac:picMkLst>
        </pc:picChg>
        <pc:picChg chg="del">
          <ac:chgData name="Zhang, H. (Aloise)" userId="669d39e4-d405-4618-abf0-c419d47f19fb" providerId="ADAL" clId="{A3DAEFD4-4F56-479F-A9A7-6F8F7946D765}" dt="2024-09-04T06:57:34.643" v="110" actId="478"/>
          <ac:picMkLst>
            <pc:docMk/>
            <pc:sldMk cId="261761247" sldId="2147479020"/>
            <ac:picMk id="4" creationId="{B9D6E9F0-4E50-A433-1369-328C9F09E032}"/>
          </ac:picMkLst>
        </pc:picChg>
      </pc:sldChg>
      <pc:sldChg chg="addSp delSp modSp mod">
        <pc:chgData name="Zhang, H. (Aloise)" userId="669d39e4-d405-4618-abf0-c419d47f19fb" providerId="ADAL" clId="{A3DAEFD4-4F56-479F-A9A7-6F8F7946D765}" dt="2024-09-04T06:44:35.090" v="97" actId="14100"/>
        <pc:sldMkLst>
          <pc:docMk/>
          <pc:sldMk cId="3934647177" sldId="2147479023"/>
        </pc:sldMkLst>
        <pc:picChg chg="del">
          <ac:chgData name="Zhang, H. (Aloise)" userId="669d39e4-d405-4618-abf0-c419d47f19fb" providerId="ADAL" clId="{A3DAEFD4-4F56-479F-A9A7-6F8F7946D765}" dt="2024-09-04T06:42:26.856" v="89" actId="478"/>
          <ac:picMkLst>
            <pc:docMk/>
            <pc:sldMk cId="3934647177" sldId="2147479023"/>
            <ac:picMk id="3" creationId="{AC0D8404-8877-F00A-19A2-FBC588918D0A}"/>
          </ac:picMkLst>
        </pc:picChg>
        <pc:picChg chg="add del mod">
          <ac:chgData name="Zhang, H. (Aloise)" userId="669d39e4-d405-4618-abf0-c419d47f19fb" providerId="ADAL" clId="{A3DAEFD4-4F56-479F-A9A7-6F8F7946D765}" dt="2024-09-04T06:44:24.007" v="93" actId="478"/>
          <ac:picMkLst>
            <pc:docMk/>
            <pc:sldMk cId="3934647177" sldId="2147479023"/>
            <ac:picMk id="4" creationId="{20628051-4958-ACC8-EFCD-A43617A66D38}"/>
          </ac:picMkLst>
        </pc:picChg>
        <pc:picChg chg="add mod">
          <ac:chgData name="Zhang, H. (Aloise)" userId="669d39e4-d405-4618-abf0-c419d47f19fb" providerId="ADAL" clId="{A3DAEFD4-4F56-479F-A9A7-6F8F7946D765}" dt="2024-09-04T06:44:35.090" v="97" actId="14100"/>
          <ac:picMkLst>
            <pc:docMk/>
            <pc:sldMk cId="3934647177" sldId="2147479023"/>
            <ac:picMk id="6" creationId="{7DB077AE-82C1-65BB-D07D-1970C2D2B635}"/>
          </ac:picMkLst>
        </pc:picChg>
      </pc:sldChg>
      <pc:sldChg chg="addSp modSp add mod">
        <pc:chgData name="Zhang, H. (Aloise)" userId="669d39e4-d405-4618-abf0-c419d47f19fb" providerId="ADAL" clId="{A3DAEFD4-4F56-479F-A9A7-6F8F7946D765}" dt="2024-09-04T06:27:21.771" v="43" actId="164"/>
        <pc:sldMkLst>
          <pc:docMk/>
          <pc:sldMk cId="2658016897" sldId="2147479024"/>
        </pc:sldMkLst>
        <pc:spChg chg="mod">
          <ac:chgData name="Zhang, H. (Aloise)" userId="669d39e4-d405-4618-abf0-c419d47f19fb" providerId="ADAL" clId="{A3DAEFD4-4F56-479F-A9A7-6F8F7946D765}" dt="2024-09-04T06:26:19.191" v="36" actId="20577"/>
          <ac:spMkLst>
            <pc:docMk/>
            <pc:sldMk cId="2658016897" sldId="2147479024"/>
            <ac:spMk id="4" creationId="{87568A90-6390-F1E0-E603-2B1626E64BE3}"/>
          </ac:spMkLst>
        </pc:spChg>
        <pc:spChg chg="add mod">
          <ac:chgData name="Zhang, H. (Aloise)" userId="669d39e4-d405-4618-abf0-c419d47f19fb" providerId="ADAL" clId="{A3DAEFD4-4F56-479F-A9A7-6F8F7946D765}" dt="2024-09-04T06:27:21.771" v="43" actId="164"/>
          <ac:spMkLst>
            <pc:docMk/>
            <pc:sldMk cId="2658016897" sldId="2147479024"/>
            <ac:spMk id="5" creationId="{38214A4A-4E35-017F-E2A5-A3046AE4F96A}"/>
          </ac:spMkLst>
        </pc:spChg>
        <pc:spChg chg="add mod">
          <ac:chgData name="Zhang, H. (Aloise)" userId="669d39e4-d405-4618-abf0-c419d47f19fb" providerId="ADAL" clId="{A3DAEFD4-4F56-479F-A9A7-6F8F7946D765}" dt="2024-09-04T06:27:21.771" v="43" actId="164"/>
          <ac:spMkLst>
            <pc:docMk/>
            <pc:sldMk cId="2658016897" sldId="2147479024"/>
            <ac:spMk id="6" creationId="{17009D32-CE94-74AD-1B4D-B494916B1F97}"/>
          </ac:spMkLst>
        </pc:spChg>
        <pc:grpChg chg="add mod">
          <ac:chgData name="Zhang, H. (Aloise)" userId="669d39e4-d405-4618-abf0-c419d47f19fb" providerId="ADAL" clId="{A3DAEFD4-4F56-479F-A9A7-6F8F7946D765}" dt="2024-09-04T06:27:21.771" v="43" actId="164"/>
          <ac:grpSpMkLst>
            <pc:docMk/>
            <pc:sldMk cId="2658016897" sldId="2147479024"/>
            <ac:grpSpMk id="7" creationId="{727B67F3-C4F9-6DBD-4B21-74D1B8329E74}"/>
          </ac:grpSpMkLst>
        </pc:grpChg>
        <pc:picChg chg="mod">
          <ac:chgData name="Zhang, H. (Aloise)" userId="669d39e4-d405-4618-abf0-c419d47f19fb" providerId="ADAL" clId="{A3DAEFD4-4F56-479F-A9A7-6F8F7946D765}" dt="2024-09-04T06:27:21.771" v="43" actId="164"/>
          <ac:picMkLst>
            <pc:docMk/>
            <pc:sldMk cId="2658016897" sldId="2147479024"/>
            <ac:picMk id="3" creationId="{554DDF0C-6522-AD81-DC52-A809AD3050D6}"/>
          </ac:picMkLst>
        </pc:picChg>
      </pc:sldChg>
      <pc:sldChg chg="addSp delSp modSp add mod">
        <pc:chgData name="Zhang, H. (Aloise)" userId="669d39e4-d405-4618-abf0-c419d47f19fb" providerId="ADAL" clId="{A3DAEFD4-4F56-479F-A9A7-6F8F7946D765}" dt="2024-09-05T03:56:31.681" v="1281" actId="20577"/>
        <pc:sldMkLst>
          <pc:docMk/>
          <pc:sldMk cId="1376171462" sldId="2147479025"/>
        </pc:sldMkLst>
        <pc:spChg chg="mod">
          <ac:chgData name="Zhang, H. (Aloise)" userId="669d39e4-d405-4618-abf0-c419d47f19fb" providerId="ADAL" clId="{A3DAEFD4-4F56-479F-A9A7-6F8F7946D765}" dt="2024-09-04T07:35:17.486" v="373" actId="20577"/>
          <ac:spMkLst>
            <pc:docMk/>
            <pc:sldMk cId="1376171462" sldId="2147479025"/>
            <ac:spMk id="2" creationId="{2D43AD39-CEEC-4931-8462-9D9324EB97C9}"/>
          </ac:spMkLst>
        </pc:spChg>
        <pc:spChg chg="mod">
          <ac:chgData name="Zhang, H. (Aloise)" userId="669d39e4-d405-4618-abf0-c419d47f19fb" providerId="ADAL" clId="{A3DAEFD4-4F56-479F-A9A7-6F8F7946D765}" dt="2024-09-05T03:56:31.681" v="1281" actId="20577"/>
          <ac:spMkLst>
            <pc:docMk/>
            <pc:sldMk cId="1376171462" sldId="2147479025"/>
            <ac:spMk id="6" creationId="{3521DAEB-21E2-8D72-F4ED-DAE10DED5D1C}"/>
          </ac:spMkLst>
        </pc:spChg>
        <pc:picChg chg="add mod">
          <ac:chgData name="Zhang, H. (Aloise)" userId="669d39e4-d405-4618-abf0-c419d47f19fb" providerId="ADAL" clId="{A3DAEFD4-4F56-479F-A9A7-6F8F7946D765}" dt="2024-09-05T03:55:31.148" v="1240" actId="1076"/>
          <ac:picMkLst>
            <pc:docMk/>
            <pc:sldMk cId="1376171462" sldId="2147479025"/>
            <ac:picMk id="3" creationId="{524DC677-078D-418B-8A3B-3E2659322D9F}"/>
          </ac:picMkLst>
        </pc:picChg>
        <pc:picChg chg="del">
          <ac:chgData name="Zhang, H. (Aloise)" userId="669d39e4-d405-4618-abf0-c419d47f19fb" providerId="ADAL" clId="{A3DAEFD4-4F56-479F-A9A7-6F8F7946D765}" dt="2024-09-04T07:35:20.037" v="374" actId="478"/>
          <ac:picMkLst>
            <pc:docMk/>
            <pc:sldMk cId="1376171462" sldId="2147479025"/>
            <ac:picMk id="3" creationId="{82DAB994-5C87-A543-8C9E-DBD0BE9E2C58}"/>
          </ac:picMkLst>
        </pc:picChg>
        <pc:picChg chg="add del mod">
          <ac:chgData name="Zhang, H. (Aloise)" userId="669d39e4-d405-4618-abf0-c419d47f19fb" providerId="ADAL" clId="{A3DAEFD4-4F56-479F-A9A7-6F8F7946D765}" dt="2024-09-04T08:04:33.598" v="818" actId="478"/>
          <ac:picMkLst>
            <pc:docMk/>
            <pc:sldMk cId="1376171462" sldId="2147479025"/>
            <ac:picMk id="4" creationId="{6DC948D0-1CF8-7FB0-1623-080A8175672B}"/>
          </ac:picMkLst>
        </pc:picChg>
        <pc:picChg chg="add del mod">
          <ac:chgData name="Zhang, H. (Aloise)" userId="669d39e4-d405-4618-abf0-c419d47f19fb" providerId="ADAL" clId="{A3DAEFD4-4F56-479F-A9A7-6F8F7946D765}" dt="2024-09-05T03:55:08.007" v="1233" actId="478"/>
          <ac:picMkLst>
            <pc:docMk/>
            <pc:sldMk cId="1376171462" sldId="2147479025"/>
            <ac:picMk id="5" creationId="{337038F3-030C-AA77-06F2-25A40B7C1C44}"/>
          </ac:picMkLst>
        </pc:picChg>
        <pc:picChg chg="del">
          <ac:chgData name="Zhang, H. (Aloise)" userId="669d39e4-d405-4618-abf0-c419d47f19fb" providerId="ADAL" clId="{A3DAEFD4-4F56-479F-A9A7-6F8F7946D765}" dt="2024-09-04T07:35:20.726" v="375" actId="478"/>
          <ac:picMkLst>
            <pc:docMk/>
            <pc:sldMk cId="1376171462" sldId="2147479025"/>
            <ac:picMk id="8" creationId="{6A743D37-6473-4FB8-564F-A8BF58E1B4B4}"/>
          </ac:picMkLst>
        </pc:picChg>
      </pc:sldChg>
      <pc:sldChg chg="addSp delSp modSp add mod ord">
        <pc:chgData name="Zhang, H. (Aloise)" userId="669d39e4-d405-4618-abf0-c419d47f19fb" providerId="ADAL" clId="{A3DAEFD4-4F56-479F-A9A7-6F8F7946D765}" dt="2024-09-05T03:51:37.595" v="1232" actId="13926"/>
        <pc:sldMkLst>
          <pc:docMk/>
          <pc:sldMk cId="1981672907" sldId="2147479026"/>
        </pc:sldMkLst>
        <pc:spChg chg="mod">
          <ac:chgData name="Zhang, H. (Aloise)" userId="669d39e4-d405-4618-abf0-c419d47f19fb" providerId="ADAL" clId="{A3DAEFD4-4F56-479F-A9A7-6F8F7946D765}" dt="2024-09-05T03:37:41.205" v="1225" actId="20577"/>
          <ac:spMkLst>
            <pc:docMk/>
            <pc:sldMk cId="1981672907" sldId="2147479026"/>
            <ac:spMk id="2" creationId="{2D43AD39-CEEC-4931-8462-9D9324EB97C9}"/>
          </ac:spMkLst>
        </pc:spChg>
        <pc:spChg chg="mod">
          <ac:chgData name="Zhang, H. (Aloise)" userId="669d39e4-d405-4618-abf0-c419d47f19fb" providerId="ADAL" clId="{A3DAEFD4-4F56-479F-A9A7-6F8F7946D765}" dt="2024-09-05T03:51:37.595" v="1232" actId="13926"/>
          <ac:spMkLst>
            <pc:docMk/>
            <pc:sldMk cId="1981672907" sldId="2147479026"/>
            <ac:spMk id="6" creationId="{3521DAEB-21E2-8D72-F4ED-DAE10DED5D1C}"/>
          </ac:spMkLst>
        </pc:spChg>
        <pc:picChg chg="add mod">
          <ac:chgData name="Zhang, H. (Aloise)" userId="669d39e4-d405-4618-abf0-c419d47f19fb" providerId="ADAL" clId="{A3DAEFD4-4F56-479F-A9A7-6F8F7946D765}" dt="2024-09-05T03:28:59.571" v="952" actId="14100"/>
          <ac:picMkLst>
            <pc:docMk/>
            <pc:sldMk cId="1981672907" sldId="2147479026"/>
            <ac:picMk id="3" creationId="{09167488-0BDB-A7D0-5449-81D1388D3495}"/>
          </ac:picMkLst>
        </pc:picChg>
        <pc:picChg chg="add mod">
          <ac:chgData name="Zhang, H. (Aloise)" userId="669d39e4-d405-4618-abf0-c419d47f19fb" providerId="ADAL" clId="{A3DAEFD4-4F56-479F-A9A7-6F8F7946D765}" dt="2024-09-05T03:34:30.813" v="1081" actId="1076"/>
          <ac:picMkLst>
            <pc:docMk/>
            <pc:sldMk cId="1981672907" sldId="2147479026"/>
            <ac:picMk id="4" creationId="{DCEB9CDD-FD16-7AA1-C0D9-585F466A3409}"/>
          </ac:picMkLst>
        </pc:picChg>
        <pc:picChg chg="del">
          <ac:chgData name="Zhang, H. (Aloise)" userId="669d39e4-d405-4618-abf0-c419d47f19fb" providerId="ADAL" clId="{A3DAEFD4-4F56-479F-A9A7-6F8F7946D765}" dt="2024-09-05T03:27:01.103" v="836" actId="478"/>
          <ac:picMkLst>
            <pc:docMk/>
            <pc:sldMk cId="1981672907" sldId="2147479026"/>
            <ac:picMk id="5" creationId="{337038F3-030C-AA77-06F2-25A40B7C1C4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369E5DD-4036-41BF-9641-A09BECBA3D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AD69BF-4C4B-4C87-AC34-E7E26F9EED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5C3F9F-41D6-4FB0-982C-A5DD0D964B6B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9BD3AA-136A-4786-ADD0-D409D8BD4D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048AF-1756-42DF-ABBC-9AE716259D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C64F6-DA98-44D6-AABE-1805CA3C0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739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AD866-0404-48F8-BA09-989A590EAA71}" type="datetimeFigureOut">
              <a:rPr lang="en-GB" smtClean="0"/>
              <a:t>11/06/2025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7ED427-83B0-4210-9E7F-EDD2FDBFC6D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2774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8.gif"/><Relationship Id="rId7" Type="http://schemas.openxmlformats.org/officeDocument/2006/relationships/image" Target="../media/image5.png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8.gif"/><Relationship Id="rId7" Type="http://schemas.openxmlformats.org/officeDocument/2006/relationships/image" Target="../media/image5.png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.sv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oleObject" Target="../embeddings/oleObject14.bin"/><Relationship Id="rId7" Type="http://schemas.openxmlformats.org/officeDocument/2006/relationships/image" Target="../media/image9.gi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3.emf"/><Relationship Id="rId9" Type="http://schemas.openxmlformats.org/officeDocument/2006/relationships/image" Target="../media/image11.gif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oleObject" Target="../embeddings/oleObject15.bin"/><Relationship Id="rId7" Type="http://schemas.openxmlformats.org/officeDocument/2006/relationships/image" Target="../media/image9.gi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3.emf"/><Relationship Id="rId9" Type="http://schemas.openxmlformats.org/officeDocument/2006/relationships/image" Target="../media/image11.gif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oleObject" Target="../embeddings/oleObject16.bin"/><Relationship Id="rId7" Type="http://schemas.openxmlformats.org/officeDocument/2006/relationships/image" Target="../media/image9.gi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3.emf"/><Relationship Id="rId9" Type="http://schemas.openxmlformats.org/officeDocument/2006/relationships/image" Target="../media/image11.gif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oleObject" Target="../embeddings/oleObject17.bin"/><Relationship Id="rId7" Type="http://schemas.openxmlformats.org/officeDocument/2006/relationships/image" Target="../media/image9.gi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3.emf"/><Relationship Id="rId9" Type="http://schemas.openxmlformats.org/officeDocument/2006/relationships/image" Target="../media/image11.gif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oleObject" Target="../embeddings/oleObject18.bin"/><Relationship Id="rId7" Type="http://schemas.openxmlformats.org/officeDocument/2006/relationships/image" Target="../media/image9.gi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3.emf"/><Relationship Id="rId9" Type="http://schemas.openxmlformats.org/officeDocument/2006/relationships/image" Target="../media/image11.gif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oleObject" Target="../embeddings/oleObject19.bin"/><Relationship Id="rId7" Type="http://schemas.openxmlformats.org/officeDocument/2006/relationships/image" Target="../media/image9.gi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3.emf"/><Relationship Id="rId9" Type="http://schemas.openxmlformats.org/officeDocument/2006/relationships/image" Target="../media/image11.gif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oleObject" Target="../embeddings/oleObject20.bin"/><Relationship Id="rId7" Type="http://schemas.openxmlformats.org/officeDocument/2006/relationships/image" Target="../media/image9.gi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3.emf"/><Relationship Id="rId9" Type="http://schemas.openxmlformats.org/officeDocument/2006/relationships/image" Target="../media/image11.gif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oleObject" Target="../embeddings/oleObject21.bin"/><Relationship Id="rId7" Type="http://schemas.openxmlformats.org/officeDocument/2006/relationships/image" Target="../media/image9.gi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3.emf"/><Relationship Id="rId9" Type="http://schemas.openxmlformats.org/officeDocument/2006/relationships/image" Target="../media/image11.gif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oleObject" Target="../embeddings/oleObject22.bin"/><Relationship Id="rId7" Type="http://schemas.openxmlformats.org/officeDocument/2006/relationships/image" Target="../media/image9.gi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3.emf"/><Relationship Id="rId9" Type="http://schemas.openxmlformats.org/officeDocument/2006/relationships/image" Target="../media/image11.gif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oleObject" Target="../embeddings/oleObject23.bin"/><Relationship Id="rId7" Type="http://schemas.openxmlformats.org/officeDocument/2006/relationships/image" Target="../media/image9.gi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3.emf"/><Relationship Id="rId9" Type="http://schemas.openxmlformats.org/officeDocument/2006/relationships/image" Target="../media/image11.gif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oleObject" Target="../embeddings/oleObject24.bin"/><Relationship Id="rId7" Type="http://schemas.openxmlformats.org/officeDocument/2006/relationships/image" Target="../media/image9.gi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3.emf"/><Relationship Id="rId9" Type="http://schemas.openxmlformats.org/officeDocument/2006/relationships/image" Target="../media/image11.gif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oleObject" Target="../embeddings/oleObject25.bin"/><Relationship Id="rId7" Type="http://schemas.openxmlformats.org/officeDocument/2006/relationships/image" Target="../media/image9.gi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3.emf"/><Relationship Id="rId9" Type="http://schemas.openxmlformats.org/officeDocument/2006/relationships/image" Target="../media/image11.gif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9A11096-ED73-4106-BD72-143009AEFA38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sp>
        <p:nvSpPr>
          <p:cNvPr id="37" name="Title 40">
            <a:extLst>
              <a:ext uri="{FF2B5EF4-FFF2-40B4-BE49-F238E27FC236}">
                <a16:creationId xmlns:a16="http://schemas.microsoft.com/office/drawing/2014/main" id="{DA3D6D6A-8EB2-47BC-BCA4-9BDB05BB5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66736" y="1533075"/>
            <a:ext cx="6480000" cy="7344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33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099FFB1-79C1-4C3A-9314-944864BEA4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66736" y="2574076"/>
            <a:ext cx="2520000" cy="353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bg1"/>
                </a:solidFill>
              </a:defRPr>
            </a:lvl1pPr>
            <a:lvl2pPr marL="0" indent="0">
              <a:buNone/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Presenter/owner</a:t>
            </a:r>
          </a:p>
          <a:p>
            <a:pPr lvl="1"/>
            <a:r>
              <a:rPr lang="en-US" dirty="0"/>
              <a:t>Presentation date</a:t>
            </a:r>
          </a:p>
        </p:txBody>
      </p:sp>
      <p:sp>
        <p:nvSpPr>
          <p:cNvPr id="6" name="Logo">
            <a:extLst>
              <a:ext uri="{FF2B5EF4-FFF2-40B4-BE49-F238E27FC236}">
                <a16:creationId xmlns:a16="http://schemas.microsoft.com/office/drawing/2014/main" id="{8387BA7D-FAAF-45A1-8274-7DA16683B2E0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025408" y="4359282"/>
            <a:ext cx="1936800" cy="62048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tIns="0"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828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02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5D9023E-480C-40D8-8BDE-2518CB98B4AE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1F3958F8-A920-4BB9-ACE4-F900CB20B7A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25575"/>
            <a:ext cx="9144000" cy="3727450"/>
          </a:xfrm>
          <a:custGeom>
            <a:avLst/>
            <a:gdLst>
              <a:gd name="connsiteX0" fmla="*/ 7974471 w 9144000"/>
              <a:gd name="connsiteY0" fmla="*/ 0 h 3727450"/>
              <a:gd name="connsiteX1" fmla="*/ 7980190 w 9144000"/>
              <a:gd name="connsiteY1" fmla="*/ 0 h 3727450"/>
              <a:gd name="connsiteX2" fmla="*/ 9144000 w 9144000"/>
              <a:gd name="connsiteY2" fmla="*/ 60166 h 3727450"/>
              <a:gd name="connsiteX3" fmla="*/ 9144000 w 9144000"/>
              <a:gd name="connsiteY3" fmla="*/ 61062 h 3727450"/>
              <a:gd name="connsiteX4" fmla="*/ 9144000 w 9144000"/>
              <a:gd name="connsiteY4" fmla="*/ 67329 h 3727450"/>
              <a:gd name="connsiteX5" fmla="*/ 9144000 w 9144000"/>
              <a:gd name="connsiteY5" fmla="*/ 84340 h 3727450"/>
              <a:gd name="connsiteX6" fmla="*/ 9144000 w 9144000"/>
              <a:gd name="connsiteY6" fmla="*/ 117468 h 3727450"/>
              <a:gd name="connsiteX7" fmla="*/ 9144000 w 9144000"/>
              <a:gd name="connsiteY7" fmla="*/ 172083 h 3727450"/>
              <a:gd name="connsiteX8" fmla="*/ 9144000 w 9144000"/>
              <a:gd name="connsiteY8" fmla="*/ 209128 h 3727450"/>
              <a:gd name="connsiteX9" fmla="*/ 9144000 w 9144000"/>
              <a:gd name="connsiteY9" fmla="*/ 253558 h 3727450"/>
              <a:gd name="connsiteX10" fmla="*/ 9144000 w 9144000"/>
              <a:gd name="connsiteY10" fmla="*/ 306047 h 3727450"/>
              <a:gd name="connsiteX11" fmla="*/ 9144000 w 9144000"/>
              <a:gd name="connsiteY11" fmla="*/ 367266 h 3727450"/>
              <a:gd name="connsiteX12" fmla="*/ 9144000 w 9144000"/>
              <a:gd name="connsiteY12" fmla="*/ 437885 h 3727450"/>
              <a:gd name="connsiteX13" fmla="*/ 9144000 w 9144000"/>
              <a:gd name="connsiteY13" fmla="*/ 518577 h 3727450"/>
              <a:gd name="connsiteX14" fmla="*/ 9144000 w 9144000"/>
              <a:gd name="connsiteY14" fmla="*/ 610013 h 3727450"/>
              <a:gd name="connsiteX15" fmla="*/ 9144000 w 9144000"/>
              <a:gd name="connsiteY15" fmla="*/ 712864 h 3727450"/>
              <a:gd name="connsiteX16" fmla="*/ 9144000 w 9144000"/>
              <a:gd name="connsiteY16" fmla="*/ 827803 h 3727450"/>
              <a:gd name="connsiteX17" fmla="*/ 9144000 w 9144000"/>
              <a:gd name="connsiteY17" fmla="*/ 955499 h 3727450"/>
              <a:gd name="connsiteX18" fmla="*/ 9144000 w 9144000"/>
              <a:gd name="connsiteY18" fmla="*/ 1096626 h 3727450"/>
              <a:gd name="connsiteX19" fmla="*/ 9144000 w 9144000"/>
              <a:gd name="connsiteY19" fmla="*/ 1251855 h 3727450"/>
              <a:gd name="connsiteX20" fmla="*/ 9144000 w 9144000"/>
              <a:gd name="connsiteY20" fmla="*/ 1421856 h 3727450"/>
              <a:gd name="connsiteX21" fmla="*/ 9144000 w 9144000"/>
              <a:gd name="connsiteY21" fmla="*/ 1607302 h 3727450"/>
              <a:gd name="connsiteX22" fmla="*/ 9144000 w 9144000"/>
              <a:gd name="connsiteY22" fmla="*/ 1808864 h 3727450"/>
              <a:gd name="connsiteX23" fmla="*/ 9144000 w 9144000"/>
              <a:gd name="connsiteY23" fmla="*/ 2027213 h 3727450"/>
              <a:gd name="connsiteX24" fmla="*/ 9144000 w 9144000"/>
              <a:gd name="connsiteY24" fmla="*/ 2263021 h 3727450"/>
              <a:gd name="connsiteX25" fmla="*/ 9144000 w 9144000"/>
              <a:gd name="connsiteY25" fmla="*/ 2516960 h 3727450"/>
              <a:gd name="connsiteX26" fmla="*/ 9144000 w 9144000"/>
              <a:gd name="connsiteY26" fmla="*/ 2769872 h 3727450"/>
              <a:gd name="connsiteX27" fmla="*/ 9144000 w 9144000"/>
              <a:gd name="connsiteY27" fmla="*/ 2789701 h 3727450"/>
              <a:gd name="connsiteX28" fmla="*/ 9144000 w 9144000"/>
              <a:gd name="connsiteY28" fmla="*/ 3081915 h 3727450"/>
              <a:gd name="connsiteX29" fmla="*/ 9144000 w 9144000"/>
              <a:gd name="connsiteY29" fmla="*/ 3394275 h 3727450"/>
              <a:gd name="connsiteX30" fmla="*/ 9144000 w 9144000"/>
              <a:gd name="connsiteY30" fmla="*/ 3717925 h 3727450"/>
              <a:gd name="connsiteX31" fmla="*/ 9144000 w 9144000"/>
              <a:gd name="connsiteY31" fmla="*/ 3727450 h 3727450"/>
              <a:gd name="connsiteX32" fmla="*/ 5614227 w 9144000"/>
              <a:gd name="connsiteY32" fmla="*/ 3718336 h 3727450"/>
              <a:gd name="connsiteX33" fmla="*/ 5404394 w 9144000"/>
              <a:gd name="connsiteY33" fmla="*/ 3717925 h 3727450"/>
              <a:gd name="connsiteX34" fmla="*/ 318299 w 9144000"/>
              <a:gd name="connsiteY34" fmla="*/ 3717925 h 3727450"/>
              <a:gd name="connsiteX35" fmla="*/ 216661 w 9144000"/>
              <a:gd name="connsiteY35" fmla="*/ 3718796 h 3727450"/>
              <a:gd name="connsiteX36" fmla="*/ 22164 w 9144000"/>
              <a:gd name="connsiteY36" fmla="*/ 3722325 h 3727450"/>
              <a:gd name="connsiteX37" fmla="*/ 0 w 9144000"/>
              <a:gd name="connsiteY37" fmla="*/ 3724082 h 3727450"/>
              <a:gd name="connsiteX38" fmla="*/ 0 w 9144000"/>
              <a:gd name="connsiteY38" fmla="*/ 3717925 h 3727450"/>
              <a:gd name="connsiteX39" fmla="*/ 0 w 9144000"/>
              <a:gd name="connsiteY39" fmla="*/ 2769872 h 3727450"/>
              <a:gd name="connsiteX40" fmla="*/ 0 w 9144000"/>
              <a:gd name="connsiteY40" fmla="*/ 1443128 h 3727450"/>
              <a:gd name="connsiteX41" fmla="*/ 70861 w 9144000"/>
              <a:gd name="connsiteY41" fmla="*/ 1401499 h 3727450"/>
              <a:gd name="connsiteX42" fmla="*/ 5495298 w 9144000"/>
              <a:gd name="connsiteY42" fmla="*/ 151849 h 3727450"/>
              <a:gd name="connsiteX43" fmla="*/ 7974471 w 9144000"/>
              <a:gd name="connsiteY43" fmla="*/ 0 h 372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144000" h="3727450">
                <a:moveTo>
                  <a:pt x="7974471" y="0"/>
                </a:moveTo>
                <a:lnTo>
                  <a:pt x="7980190" y="0"/>
                </a:lnTo>
                <a:cubicBezTo>
                  <a:pt x="8386237" y="0"/>
                  <a:pt x="8783705" y="17190"/>
                  <a:pt x="9144000" y="60166"/>
                </a:cubicBezTo>
                <a:lnTo>
                  <a:pt x="9144000" y="61062"/>
                </a:lnTo>
                <a:lnTo>
                  <a:pt x="9144000" y="67329"/>
                </a:lnTo>
                <a:lnTo>
                  <a:pt x="9144000" y="84340"/>
                </a:lnTo>
                <a:lnTo>
                  <a:pt x="9144000" y="117468"/>
                </a:lnTo>
                <a:lnTo>
                  <a:pt x="9144000" y="172083"/>
                </a:lnTo>
                <a:lnTo>
                  <a:pt x="9144000" y="209128"/>
                </a:lnTo>
                <a:lnTo>
                  <a:pt x="9144000" y="253558"/>
                </a:lnTo>
                <a:lnTo>
                  <a:pt x="9144000" y="306047"/>
                </a:lnTo>
                <a:lnTo>
                  <a:pt x="9144000" y="367266"/>
                </a:lnTo>
                <a:lnTo>
                  <a:pt x="9144000" y="437885"/>
                </a:lnTo>
                <a:lnTo>
                  <a:pt x="9144000" y="518577"/>
                </a:lnTo>
                <a:lnTo>
                  <a:pt x="9144000" y="610013"/>
                </a:lnTo>
                <a:lnTo>
                  <a:pt x="9144000" y="712864"/>
                </a:lnTo>
                <a:lnTo>
                  <a:pt x="9144000" y="827803"/>
                </a:lnTo>
                <a:lnTo>
                  <a:pt x="9144000" y="955499"/>
                </a:lnTo>
                <a:lnTo>
                  <a:pt x="9144000" y="1096626"/>
                </a:lnTo>
                <a:lnTo>
                  <a:pt x="9144000" y="1251855"/>
                </a:lnTo>
                <a:lnTo>
                  <a:pt x="9144000" y="1421856"/>
                </a:lnTo>
                <a:lnTo>
                  <a:pt x="9144000" y="1607302"/>
                </a:lnTo>
                <a:lnTo>
                  <a:pt x="9144000" y="1808864"/>
                </a:lnTo>
                <a:lnTo>
                  <a:pt x="9144000" y="2027213"/>
                </a:lnTo>
                <a:lnTo>
                  <a:pt x="9144000" y="2263021"/>
                </a:lnTo>
                <a:lnTo>
                  <a:pt x="9144000" y="2516960"/>
                </a:lnTo>
                <a:lnTo>
                  <a:pt x="9144000" y="2769872"/>
                </a:lnTo>
                <a:lnTo>
                  <a:pt x="9144000" y="2789701"/>
                </a:lnTo>
                <a:lnTo>
                  <a:pt x="9144000" y="3081915"/>
                </a:lnTo>
                <a:lnTo>
                  <a:pt x="9144000" y="3394275"/>
                </a:lnTo>
                <a:lnTo>
                  <a:pt x="9144000" y="3717925"/>
                </a:lnTo>
                <a:lnTo>
                  <a:pt x="9144000" y="3727450"/>
                </a:lnTo>
                <a:cubicBezTo>
                  <a:pt x="9144000" y="3727450"/>
                  <a:pt x="7504943" y="3722304"/>
                  <a:pt x="5614227" y="3718336"/>
                </a:cubicBezTo>
                <a:lnTo>
                  <a:pt x="5404394" y="3717925"/>
                </a:lnTo>
                <a:lnTo>
                  <a:pt x="318299" y="3717925"/>
                </a:lnTo>
                <a:lnTo>
                  <a:pt x="216661" y="3718796"/>
                </a:lnTo>
                <a:cubicBezTo>
                  <a:pt x="123257" y="3719795"/>
                  <a:pt x="57077" y="3720965"/>
                  <a:pt x="22164" y="3722325"/>
                </a:cubicBezTo>
                <a:lnTo>
                  <a:pt x="0" y="3724082"/>
                </a:lnTo>
                <a:lnTo>
                  <a:pt x="0" y="3717925"/>
                </a:lnTo>
                <a:lnTo>
                  <a:pt x="0" y="2769872"/>
                </a:lnTo>
                <a:lnTo>
                  <a:pt x="0" y="1443128"/>
                </a:lnTo>
                <a:lnTo>
                  <a:pt x="70861" y="1401499"/>
                </a:lnTo>
                <a:cubicBezTo>
                  <a:pt x="580615" y="1142646"/>
                  <a:pt x="2911039" y="423134"/>
                  <a:pt x="5495298" y="151849"/>
                </a:cubicBezTo>
                <a:cubicBezTo>
                  <a:pt x="6132963" y="83087"/>
                  <a:pt x="7070874" y="0"/>
                  <a:pt x="7974471" y="0"/>
                </a:cubicBezTo>
                <a:close/>
              </a:path>
            </a:pathLst>
          </a:custGeom>
          <a:solidFill>
            <a:srgbClr val="999A9A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3DDD1-5404-4BF3-9FC1-8F272D8EC76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00049" y="384835"/>
            <a:ext cx="8348664" cy="81849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300"/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5E65F66-41DC-4B05-A8D0-385A2690B8BB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4C15C26-0A39-414B-B3F2-AA471694D54F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33ABE67-042B-42DC-9D20-1C7BC4563E86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6B82ADA-3D8E-4169-B9D2-B5FC7B66F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F55613D-AA54-493D-A278-8408199D7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C9F6A47-D5A7-4C66-8504-14DCD4545C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8FA655F-37B1-4B2F-9739-082ADEF1B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F93AAEC-C5B3-43BB-ABAD-91D755A8C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317EFC7-B182-439B-9360-A49411D7624A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A564FF5-CF49-4E85-A46D-712E1F28F88E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E6F89BA-CEC2-4C21-B8CD-FFCDCE270E12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8DCBD15-ABFB-470B-8C11-F9D946C4E711}"/>
                </a:ext>
              </a:extLst>
            </p:cNvPr>
            <p:cNvCxnSpPr>
              <a:stCxn id="30" idx="0"/>
              <a:endCxn id="30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1323B8B-9972-4526-87FF-C191DDA6BF61}"/>
                </a:ext>
              </a:extLst>
            </p:cNvPr>
            <p:cNvCxnSpPr>
              <a:stCxn id="30" idx="3"/>
              <a:endCxn id="30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C8A37E8-BD88-4D80-935F-47BEA82DA408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3864097-84A5-4226-AB72-6D095A70322B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45" name="Logo">
            <a:extLst>
              <a:ext uri="{FF2B5EF4-FFF2-40B4-BE49-F238E27FC236}">
                <a16:creationId xmlns:a16="http://schemas.microsoft.com/office/drawing/2014/main" id="{1E7346BA-3925-4E3D-A6C7-662AE7B88D87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7027200" y="4359600"/>
            <a:ext cx="1936800" cy="620483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none" tIns="0"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BC435A0C-8CD7-4EE5-A2C6-9C95222D2C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00048" y="1425836"/>
            <a:ext cx="2520000" cy="353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accent2"/>
                </a:solidFill>
              </a:defRPr>
            </a:lvl1pPr>
            <a:lvl2pPr marL="0" indent="0">
              <a:buNone/>
              <a:defRPr lang="en-US" sz="1200" b="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Presenter/owner</a:t>
            </a:r>
          </a:p>
          <a:p>
            <a:pPr lvl="1"/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762676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03 (confidential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13739298-55DA-4AC3-8A87-5B92E1B0DA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25575"/>
            <a:ext cx="9144000" cy="3727450"/>
          </a:xfrm>
          <a:custGeom>
            <a:avLst/>
            <a:gdLst>
              <a:gd name="connsiteX0" fmla="*/ 7974471 w 9144000"/>
              <a:gd name="connsiteY0" fmla="*/ 0 h 3727450"/>
              <a:gd name="connsiteX1" fmla="*/ 7980190 w 9144000"/>
              <a:gd name="connsiteY1" fmla="*/ 0 h 3727450"/>
              <a:gd name="connsiteX2" fmla="*/ 9144000 w 9144000"/>
              <a:gd name="connsiteY2" fmla="*/ 60166 h 3727450"/>
              <a:gd name="connsiteX3" fmla="*/ 9144000 w 9144000"/>
              <a:gd name="connsiteY3" fmla="*/ 61062 h 3727450"/>
              <a:gd name="connsiteX4" fmla="*/ 9144000 w 9144000"/>
              <a:gd name="connsiteY4" fmla="*/ 67329 h 3727450"/>
              <a:gd name="connsiteX5" fmla="*/ 9144000 w 9144000"/>
              <a:gd name="connsiteY5" fmla="*/ 84340 h 3727450"/>
              <a:gd name="connsiteX6" fmla="*/ 9144000 w 9144000"/>
              <a:gd name="connsiteY6" fmla="*/ 117468 h 3727450"/>
              <a:gd name="connsiteX7" fmla="*/ 9144000 w 9144000"/>
              <a:gd name="connsiteY7" fmla="*/ 172083 h 3727450"/>
              <a:gd name="connsiteX8" fmla="*/ 9144000 w 9144000"/>
              <a:gd name="connsiteY8" fmla="*/ 209128 h 3727450"/>
              <a:gd name="connsiteX9" fmla="*/ 9144000 w 9144000"/>
              <a:gd name="connsiteY9" fmla="*/ 253558 h 3727450"/>
              <a:gd name="connsiteX10" fmla="*/ 9144000 w 9144000"/>
              <a:gd name="connsiteY10" fmla="*/ 306047 h 3727450"/>
              <a:gd name="connsiteX11" fmla="*/ 9144000 w 9144000"/>
              <a:gd name="connsiteY11" fmla="*/ 367266 h 3727450"/>
              <a:gd name="connsiteX12" fmla="*/ 9144000 w 9144000"/>
              <a:gd name="connsiteY12" fmla="*/ 437885 h 3727450"/>
              <a:gd name="connsiteX13" fmla="*/ 9144000 w 9144000"/>
              <a:gd name="connsiteY13" fmla="*/ 518577 h 3727450"/>
              <a:gd name="connsiteX14" fmla="*/ 9144000 w 9144000"/>
              <a:gd name="connsiteY14" fmla="*/ 610013 h 3727450"/>
              <a:gd name="connsiteX15" fmla="*/ 9144000 w 9144000"/>
              <a:gd name="connsiteY15" fmla="*/ 712864 h 3727450"/>
              <a:gd name="connsiteX16" fmla="*/ 9144000 w 9144000"/>
              <a:gd name="connsiteY16" fmla="*/ 827803 h 3727450"/>
              <a:gd name="connsiteX17" fmla="*/ 9144000 w 9144000"/>
              <a:gd name="connsiteY17" fmla="*/ 955499 h 3727450"/>
              <a:gd name="connsiteX18" fmla="*/ 9144000 w 9144000"/>
              <a:gd name="connsiteY18" fmla="*/ 1096626 h 3727450"/>
              <a:gd name="connsiteX19" fmla="*/ 9144000 w 9144000"/>
              <a:gd name="connsiteY19" fmla="*/ 1251855 h 3727450"/>
              <a:gd name="connsiteX20" fmla="*/ 9144000 w 9144000"/>
              <a:gd name="connsiteY20" fmla="*/ 1421856 h 3727450"/>
              <a:gd name="connsiteX21" fmla="*/ 9144000 w 9144000"/>
              <a:gd name="connsiteY21" fmla="*/ 1607302 h 3727450"/>
              <a:gd name="connsiteX22" fmla="*/ 9144000 w 9144000"/>
              <a:gd name="connsiteY22" fmla="*/ 1808864 h 3727450"/>
              <a:gd name="connsiteX23" fmla="*/ 9144000 w 9144000"/>
              <a:gd name="connsiteY23" fmla="*/ 2027213 h 3727450"/>
              <a:gd name="connsiteX24" fmla="*/ 9144000 w 9144000"/>
              <a:gd name="connsiteY24" fmla="*/ 2263021 h 3727450"/>
              <a:gd name="connsiteX25" fmla="*/ 9144000 w 9144000"/>
              <a:gd name="connsiteY25" fmla="*/ 2516960 h 3727450"/>
              <a:gd name="connsiteX26" fmla="*/ 9144000 w 9144000"/>
              <a:gd name="connsiteY26" fmla="*/ 2769872 h 3727450"/>
              <a:gd name="connsiteX27" fmla="*/ 9144000 w 9144000"/>
              <a:gd name="connsiteY27" fmla="*/ 2789701 h 3727450"/>
              <a:gd name="connsiteX28" fmla="*/ 9144000 w 9144000"/>
              <a:gd name="connsiteY28" fmla="*/ 3081915 h 3727450"/>
              <a:gd name="connsiteX29" fmla="*/ 9144000 w 9144000"/>
              <a:gd name="connsiteY29" fmla="*/ 3394275 h 3727450"/>
              <a:gd name="connsiteX30" fmla="*/ 9144000 w 9144000"/>
              <a:gd name="connsiteY30" fmla="*/ 3717925 h 3727450"/>
              <a:gd name="connsiteX31" fmla="*/ 9144000 w 9144000"/>
              <a:gd name="connsiteY31" fmla="*/ 3727450 h 3727450"/>
              <a:gd name="connsiteX32" fmla="*/ 5614227 w 9144000"/>
              <a:gd name="connsiteY32" fmla="*/ 3718336 h 3727450"/>
              <a:gd name="connsiteX33" fmla="*/ 5404394 w 9144000"/>
              <a:gd name="connsiteY33" fmla="*/ 3717925 h 3727450"/>
              <a:gd name="connsiteX34" fmla="*/ 318299 w 9144000"/>
              <a:gd name="connsiteY34" fmla="*/ 3717925 h 3727450"/>
              <a:gd name="connsiteX35" fmla="*/ 216661 w 9144000"/>
              <a:gd name="connsiteY35" fmla="*/ 3718796 h 3727450"/>
              <a:gd name="connsiteX36" fmla="*/ 22164 w 9144000"/>
              <a:gd name="connsiteY36" fmla="*/ 3722325 h 3727450"/>
              <a:gd name="connsiteX37" fmla="*/ 0 w 9144000"/>
              <a:gd name="connsiteY37" fmla="*/ 3724082 h 3727450"/>
              <a:gd name="connsiteX38" fmla="*/ 0 w 9144000"/>
              <a:gd name="connsiteY38" fmla="*/ 3717925 h 3727450"/>
              <a:gd name="connsiteX39" fmla="*/ 0 w 9144000"/>
              <a:gd name="connsiteY39" fmla="*/ 2769872 h 3727450"/>
              <a:gd name="connsiteX40" fmla="*/ 0 w 9144000"/>
              <a:gd name="connsiteY40" fmla="*/ 1443128 h 3727450"/>
              <a:gd name="connsiteX41" fmla="*/ 70861 w 9144000"/>
              <a:gd name="connsiteY41" fmla="*/ 1401499 h 3727450"/>
              <a:gd name="connsiteX42" fmla="*/ 5495298 w 9144000"/>
              <a:gd name="connsiteY42" fmla="*/ 151849 h 3727450"/>
              <a:gd name="connsiteX43" fmla="*/ 7974471 w 9144000"/>
              <a:gd name="connsiteY43" fmla="*/ 0 h 372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144000" h="3727450">
                <a:moveTo>
                  <a:pt x="7974471" y="0"/>
                </a:moveTo>
                <a:lnTo>
                  <a:pt x="7980190" y="0"/>
                </a:lnTo>
                <a:cubicBezTo>
                  <a:pt x="8386237" y="0"/>
                  <a:pt x="8783705" y="17190"/>
                  <a:pt x="9144000" y="60166"/>
                </a:cubicBezTo>
                <a:lnTo>
                  <a:pt x="9144000" y="61062"/>
                </a:lnTo>
                <a:lnTo>
                  <a:pt x="9144000" y="67329"/>
                </a:lnTo>
                <a:lnTo>
                  <a:pt x="9144000" y="84340"/>
                </a:lnTo>
                <a:lnTo>
                  <a:pt x="9144000" y="117468"/>
                </a:lnTo>
                <a:lnTo>
                  <a:pt x="9144000" y="172083"/>
                </a:lnTo>
                <a:lnTo>
                  <a:pt x="9144000" y="209128"/>
                </a:lnTo>
                <a:lnTo>
                  <a:pt x="9144000" y="253558"/>
                </a:lnTo>
                <a:lnTo>
                  <a:pt x="9144000" y="306047"/>
                </a:lnTo>
                <a:lnTo>
                  <a:pt x="9144000" y="367266"/>
                </a:lnTo>
                <a:lnTo>
                  <a:pt x="9144000" y="437885"/>
                </a:lnTo>
                <a:lnTo>
                  <a:pt x="9144000" y="518577"/>
                </a:lnTo>
                <a:lnTo>
                  <a:pt x="9144000" y="610013"/>
                </a:lnTo>
                <a:lnTo>
                  <a:pt x="9144000" y="712864"/>
                </a:lnTo>
                <a:lnTo>
                  <a:pt x="9144000" y="827803"/>
                </a:lnTo>
                <a:lnTo>
                  <a:pt x="9144000" y="955499"/>
                </a:lnTo>
                <a:lnTo>
                  <a:pt x="9144000" y="1096626"/>
                </a:lnTo>
                <a:lnTo>
                  <a:pt x="9144000" y="1251855"/>
                </a:lnTo>
                <a:lnTo>
                  <a:pt x="9144000" y="1421856"/>
                </a:lnTo>
                <a:lnTo>
                  <a:pt x="9144000" y="1607302"/>
                </a:lnTo>
                <a:lnTo>
                  <a:pt x="9144000" y="1808864"/>
                </a:lnTo>
                <a:lnTo>
                  <a:pt x="9144000" y="2027213"/>
                </a:lnTo>
                <a:lnTo>
                  <a:pt x="9144000" y="2263021"/>
                </a:lnTo>
                <a:lnTo>
                  <a:pt x="9144000" y="2516960"/>
                </a:lnTo>
                <a:lnTo>
                  <a:pt x="9144000" y="2769872"/>
                </a:lnTo>
                <a:lnTo>
                  <a:pt x="9144000" y="2789701"/>
                </a:lnTo>
                <a:lnTo>
                  <a:pt x="9144000" y="3081915"/>
                </a:lnTo>
                <a:lnTo>
                  <a:pt x="9144000" y="3394275"/>
                </a:lnTo>
                <a:lnTo>
                  <a:pt x="9144000" y="3717925"/>
                </a:lnTo>
                <a:lnTo>
                  <a:pt x="9144000" y="3727450"/>
                </a:lnTo>
                <a:cubicBezTo>
                  <a:pt x="9144000" y="3727450"/>
                  <a:pt x="7504943" y="3722304"/>
                  <a:pt x="5614227" y="3718336"/>
                </a:cubicBezTo>
                <a:lnTo>
                  <a:pt x="5404394" y="3717925"/>
                </a:lnTo>
                <a:lnTo>
                  <a:pt x="318299" y="3717925"/>
                </a:lnTo>
                <a:lnTo>
                  <a:pt x="216661" y="3718796"/>
                </a:lnTo>
                <a:cubicBezTo>
                  <a:pt x="123257" y="3719795"/>
                  <a:pt x="57077" y="3720965"/>
                  <a:pt x="22164" y="3722325"/>
                </a:cubicBezTo>
                <a:lnTo>
                  <a:pt x="0" y="3724082"/>
                </a:lnTo>
                <a:lnTo>
                  <a:pt x="0" y="3717925"/>
                </a:lnTo>
                <a:lnTo>
                  <a:pt x="0" y="2769872"/>
                </a:lnTo>
                <a:lnTo>
                  <a:pt x="0" y="1443128"/>
                </a:lnTo>
                <a:lnTo>
                  <a:pt x="70861" y="1401499"/>
                </a:lnTo>
                <a:cubicBezTo>
                  <a:pt x="580615" y="1142646"/>
                  <a:pt x="2911039" y="423134"/>
                  <a:pt x="5495298" y="151849"/>
                </a:cubicBezTo>
                <a:cubicBezTo>
                  <a:pt x="6132963" y="83087"/>
                  <a:pt x="7070874" y="0"/>
                  <a:pt x="7974471" y="0"/>
                </a:cubicBezTo>
                <a:close/>
              </a:path>
            </a:pathLst>
          </a:custGeom>
          <a:solidFill>
            <a:srgbClr val="999A9A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picture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A8C1403D-4B0F-49D0-9D2E-2260C21E5FA2}"/>
              </a:ext>
            </a:extLst>
          </p:cNvPr>
          <p:cNvSpPr/>
          <p:nvPr userDrawn="1"/>
        </p:nvSpPr>
        <p:spPr>
          <a:xfrm>
            <a:off x="-2728913" y="-1587098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3DDD1-5404-4BF3-9FC1-8F272D8EC76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00050" y="384835"/>
            <a:ext cx="8348664" cy="81849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300"/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5E65F66-41DC-4B05-A8D0-385A2690B8BB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4C15C26-0A39-414B-B3F2-AA471694D54F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33ABE67-042B-42DC-9D20-1C7BC4563E86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6B82ADA-3D8E-4169-B9D2-B5FC7B66F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F55613D-AA54-493D-A278-8408199D7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C9F6A47-D5A7-4C66-8504-14DCD4545C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8FA655F-37B1-4B2F-9739-082ADEF1B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F93AAEC-C5B3-43BB-ABAD-91D755A8C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317EFC7-B182-439B-9360-A49411D7624A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A564FF5-CF49-4E85-A46D-712E1F28F88E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E6F89BA-CEC2-4C21-B8CD-FFCDCE270E12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8DCBD15-ABFB-470B-8C11-F9D946C4E711}"/>
                </a:ext>
              </a:extLst>
            </p:cNvPr>
            <p:cNvCxnSpPr>
              <a:stCxn id="30" idx="0"/>
              <a:endCxn id="30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1323B8B-9972-4526-87FF-C191DDA6BF61}"/>
                </a:ext>
              </a:extLst>
            </p:cNvPr>
            <p:cNvCxnSpPr>
              <a:stCxn id="30" idx="3"/>
              <a:endCxn id="30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C8A37E8-BD88-4D80-935F-47BEA82DA408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3864097-84A5-4226-AB72-6D095A70322B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A572FBFD-8D77-460B-9CF7-0E63104ED803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400048" y="1425836"/>
            <a:ext cx="2520000" cy="3536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accent2"/>
                </a:solidFill>
              </a:defRPr>
            </a:lvl1pPr>
            <a:lvl2pPr marL="0" indent="0">
              <a:buNone/>
              <a:defRPr lang="en-US" sz="1200" b="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Presenter/owner</a:t>
            </a:r>
          </a:p>
          <a:p>
            <a:pPr lvl="1"/>
            <a:r>
              <a:rPr lang="en-US" dirty="0"/>
              <a:t>Presentation date</a:t>
            </a:r>
          </a:p>
        </p:txBody>
      </p:sp>
      <p:sp>
        <p:nvSpPr>
          <p:cNvPr id="44" name="Logo">
            <a:extLst>
              <a:ext uri="{FF2B5EF4-FFF2-40B4-BE49-F238E27FC236}">
                <a16:creationId xmlns:a16="http://schemas.microsoft.com/office/drawing/2014/main" id="{8BA3D78E-965C-4379-BA04-59FBAA4E2FA8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7027200" y="4359600"/>
            <a:ext cx="1936800" cy="620483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none" tIns="0"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77652EFB-E437-497C-9DD7-1E51E859520A}"/>
              </a:ext>
            </a:extLst>
          </p:cNvPr>
          <p:cNvSpPr/>
          <p:nvPr userDrawn="1"/>
        </p:nvSpPr>
        <p:spPr>
          <a:xfrm>
            <a:off x="7345392" y="-4762"/>
            <a:ext cx="1410970" cy="381000"/>
          </a:xfrm>
          <a:prstGeom prst="round2SameRect">
            <a:avLst>
              <a:gd name="adj1" fmla="val 0"/>
              <a:gd name="adj2" fmla="val 16512"/>
            </a:avLst>
          </a:prstGeom>
          <a:solidFill>
            <a:srgbClr val="BE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200" b="1" dirty="0">
                <a:solidFill>
                  <a:srgbClr val="FFFFFF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CONFIDENTIAL</a:t>
            </a:r>
            <a:endParaRPr lang="en-US" sz="1000" dirty="0"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95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speaker 01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94A37C3-588A-4E69-AB9A-36B89EE6F108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37" name="Object 3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37" name="Object 3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icture Placeholder 22">
            <a:extLst>
              <a:ext uri="{FF2B5EF4-FFF2-40B4-BE49-F238E27FC236}">
                <a16:creationId xmlns:a16="http://schemas.microsoft.com/office/drawing/2014/main" id="{C9DC94B8-B9EB-9744-81BC-C794E8128BD5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 bwMode="gray">
          <a:xfrm>
            <a:off x="400046" y="1665958"/>
            <a:ext cx="1800000" cy="1800000"/>
          </a:xfrm>
          <a:custGeom>
            <a:avLst/>
            <a:gdLst>
              <a:gd name="connsiteX0" fmla="*/ 93878 w 1533524"/>
              <a:gd name="connsiteY0" fmla="*/ 0 h 1741918"/>
              <a:gd name="connsiteX1" fmla="*/ 374021 w 1533524"/>
              <a:gd name="connsiteY1" fmla="*/ 0 h 1741918"/>
              <a:gd name="connsiteX2" fmla="*/ 1253381 w 1533524"/>
              <a:gd name="connsiteY2" fmla="*/ 0 h 1741918"/>
              <a:gd name="connsiteX3" fmla="*/ 1533524 w 1533524"/>
              <a:gd name="connsiteY3" fmla="*/ 0 h 1741918"/>
              <a:gd name="connsiteX4" fmla="*/ 1533524 w 1533524"/>
              <a:gd name="connsiteY4" fmla="*/ 1648040 h 1741918"/>
              <a:gd name="connsiteX5" fmla="*/ 1439646 w 1533524"/>
              <a:gd name="connsiteY5" fmla="*/ 1741918 h 1741918"/>
              <a:gd name="connsiteX6" fmla="*/ 1159503 w 1533524"/>
              <a:gd name="connsiteY6" fmla="*/ 1741918 h 1741918"/>
              <a:gd name="connsiteX7" fmla="*/ 280143 w 1533524"/>
              <a:gd name="connsiteY7" fmla="*/ 1741918 h 1741918"/>
              <a:gd name="connsiteX8" fmla="*/ 0 w 1533524"/>
              <a:gd name="connsiteY8" fmla="*/ 1741918 h 1741918"/>
              <a:gd name="connsiteX9" fmla="*/ 0 w 1533524"/>
              <a:gd name="connsiteY9" fmla="*/ 93878 h 1741918"/>
              <a:gd name="connsiteX10" fmla="*/ 93878 w 1533524"/>
              <a:gd name="connsiteY10" fmla="*/ 0 h 1741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33524" h="1741918">
                <a:moveTo>
                  <a:pt x="93878" y="0"/>
                </a:moveTo>
                <a:lnTo>
                  <a:pt x="374021" y="0"/>
                </a:lnTo>
                <a:lnTo>
                  <a:pt x="1253381" y="0"/>
                </a:lnTo>
                <a:lnTo>
                  <a:pt x="1533524" y="0"/>
                </a:lnTo>
                <a:lnTo>
                  <a:pt x="1533524" y="1648040"/>
                </a:lnTo>
                <a:cubicBezTo>
                  <a:pt x="1533524" y="1699887"/>
                  <a:pt x="1491493" y="1741918"/>
                  <a:pt x="1439646" y="1741918"/>
                </a:cubicBezTo>
                <a:lnTo>
                  <a:pt x="1159503" y="1741918"/>
                </a:lnTo>
                <a:lnTo>
                  <a:pt x="280143" y="1741918"/>
                </a:lnTo>
                <a:lnTo>
                  <a:pt x="0" y="1741918"/>
                </a:lnTo>
                <a:lnTo>
                  <a:pt x="0" y="93878"/>
                </a:lnTo>
                <a:cubicBezTo>
                  <a:pt x="0" y="42031"/>
                  <a:pt x="42031" y="0"/>
                  <a:pt x="93878" y="0"/>
                </a:cubicBezTo>
                <a:close/>
              </a:path>
            </a:pathLst>
          </a:custGeom>
          <a:solidFill>
            <a:srgbClr val="999A9A"/>
          </a:solidFill>
        </p:spPr>
        <p:txBody>
          <a:bodyPr wrap="square" lIns="0" tIns="0" rIns="0" bIns="360000" anchor="b" anchorCtr="0">
            <a:noAutofit/>
          </a:bodyPr>
          <a:lstStyle>
            <a:lvl1pPr algn="ctr">
              <a:lnSpc>
                <a:spcPct val="90000"/>
              </a:lnSpc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0" name="Title 40">
            <a:extLst>
              <a:ext uri="{FF2B5EF4-FFF2-40B4-BE49-F238E27FC236}">
                <a16:creationId xmlns:a16="http://schemas.microsoft.com/office/drawing/2014/main" id="{93B52D75-2EC7-3D44-85CB-7161A777CE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443954" y="1665958"/>
            <a:ext cx="6300000" cy="18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33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E80DA-809F-0144-BEE7-512C1D3673B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0048" y="4767263"/>
            <a:ext cx="4032000" cy="376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E35D42-C93E-2C4A-AD5A-B17993CD748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0" y="4767263"/>
            <a:ext cx="395287" cy="376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C9142B-17BF-4458-9054-EE9C753D1588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12" name="INFOboxL">
              <a:extLst>
                <a:ext uri="{FF2B5EF4-FFF2-40B4-BE49-F238E27FC236}">
                  <a16:creationId xmlns:a16="http://schemas.microsoft.com/office/drawing/2014/main" id="{475AD78F-3366-4A44-9E1E-603231E90A17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14" name="INFOboxR">
              <a:extLst>
                <a:ext uri="{FF2B5EF4-FFF2-40B4-BE49-F238E27FC236}">
                  <a16:creationId xmlns:a16="http://schemas.microsoft.com/office/drawing/2014/main" id="{940B8805-46E3-4E46-A133-169140E84A6C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55086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speaker 02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94A37C3-588A-4E69-AB9A-36B89EE6F108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37" name="Object 3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37" name="Object 3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1B3EE08A-3354-451D-9290-BAD8D1D3A78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 bwMode="gray">
          <a:xfrm>
            <a:off x="400046" y="1665958"/>
            <a:ext cx="1800000" cy="1800000"/>
          </a:xfrm>
          <a:custGeom>
            <a:avLst/>
            <a:gdLst>
              <a:gd name="connsiteX0" fmla="*/ 93878 w 1533524"/>
              <a:gd name="connsiteY0" fmla="*/ 0 h 1741918"/>
              <a:gd name="connsiteX1" fmla="*/ 374021 w 1533524"/>
              <a:gd name="connsiteY1" fmla="*/ 0 h 1741918"/>
              <a:gd name="connsiteX2" fmla="*/ 1253381 w 1533524"/>
              <a:gd name="connsiteY2" fmla="*/ 0 h 1741918"/>
              <a:gd name="connsiteX3" fmla="*/ 1533524 w 1533524"/>
              <a:gd name="connsiteY3" fmla="*/ 0 h 1741918"/>
              <a:gd name="connsiteX4" fmla="*/ 1533524 w 1533524"/>
              <a:gd name="connsiteY4" fmla="*/ 1648040 h 1741918"/>
              <a:gd name="connsiteX5" fmla="*/ 1439646 w 1533524"/>
              <a:gd name="connsiteY5" fmla="*/ 1741918 h 1741918"/>
              <a:gd name="connsiteX6" fmla="*/ 1159503 w 1533524"/>
              <a:gd name="connsiteY6" fmla="*/ 1741918 h 1741918"/>
              <a:gd name="connsiteX7" fmla="*/ 280143 w 1533524"/>
              <a:gd name="connsiteY7" fmla="*/ 1741918 h 1741918"/>
              <a:gd name="connsiteX8" fmla="*/ 0 w 1533524"/>
              <a:gd name="connsiteY8" fmla="*/ 1741918 h 1741918"/>
              <a:gd name="connsiteX9" fmla="*/ 0 w 1533524"/>
              <a:gd name="connsiteY9" fmla="*/ 93878 h 1741918"/>
              <a:gd name="connsiteX10" fmla="*/ 93878 w 1533524"/>
              <a:gd name="connsiteY10" fmla="*/ 0 h 1741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33524" h="1741918">
                <a:moveTo>
                  <a:pt x="93878" y="0"/>
                </a:moveTo>
                <a:lnTo>
                  <a:pt x="374021" y="0"/>
                </a:lnTo>
                <a:lnTo>
                  <a:pt x="1253381" y="0"/>
                </a:lnTo>
                <a:lnTo>
                  <a:pt x="1533524" y="0"/>
                </a:lnTo>
                <a:lnTo>
                  <a:pt x="1533524" y="1648040"/>
                </a:lnTo>
                <a:cubicBezTo>
                  <a:pt x="1533524" y="1699887"/>
                  <a:pt x="1491493" y="1741918"/>
                  <a:pt x="1439646" y="1741918"/>
                </a:cubicBezTo>
                <a:lnTo>
                  <a:pt x="1159503" y="1741918"/>
                </a:lnTo>
                <a:lnTo>
                  <a:pt x="280143" y="1741918"/>
                </a:lnTo>
                <a:lnTo>
                  <a:pt x="0" y="1741918"/>
                </a:lnTo>
                <a:lnTo>
                  <a:pt x="0" y="93878"/>
                </a:lnTo>
                <a:cubicBezTo>
                  <a:pt x="0" y="42031"/>
                  <a:pt x="42031" y="0"/>
                  <a:pt x="93878" y="0"/>
                </a:cubicBezTo>
                <a:close/>
              </a:path>
            </a:pathLst>
          </a:custGeom>
          <a:solidFill>
            <a:srgbClr val="999A9A"/>
          </a:solidFill>
        </p:spPr>
        <p:txBody>
          <a:bodyPr wrap="square" lIns="0" tIns="0" rIns="0" bIns="360000" anchor="b" anchorCtr="0">
            <a:noAutofit/>
          </a:bodyPr>
          <a:lstStyle>
            <a:lvl1pPr algn="ctr">
              <a:lnSpc>
                <a:spcPct val="90000"/>
              </a:lnSpc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9" name="Title 40">
            <a:extLst>
              <a:ext uri="{FF2B5EF4-FFF2-40B4-BE49-F238E27FC236}">
                <a16:creationId xmlns:a16="http://schemas.microsoft.com/office/drawing/2014/main" id="{621BE741-543E-844C-815C-032F79E52A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443954" y="1665958"/>
            <a:ext cx="6300000" cy="18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33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34000F-E39C-C64E-B29C-64D0809F337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99600" y="4767262"/>
            <a:ext cx="4032000" cy="376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9ABD1E-3D63-7A4E-AAF1-126EB339670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0" y="4767262"/>
            <a:ext cx="395287" cy="376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F4D17D0-3F32-4ACE-8984-3DAE3E02EB31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17" name="INFOboxL">
              <a:extLst>
                <a:ext uri="{FF2B5EF4-FFF2-40B4-BE49-F238E27FC236}">
                  <a16:creationId xmlns:a16="http://schemas.microsoft.com/office/drawing/2014/main" id="{69B7D152-193B-43D5-9F7B-C7B072674FC6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18" name="INFOboxR">
              <a:extLst>
                <a:ext uri="{FF2B5EF4-FFF2-40B4-BE49-F238E27FC236}">
                  <a16:creationId xmlns:a16="http://schemas.microsoft.com/office/drawing/2014/main" id="{8ACFEA3A-D12F-4716-BFF8-5807185E034A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48435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speaker 03 (dark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619EF350-D89F-4201-8A93-C877DA980F77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 bwMode="gray">
          <a:xfrm>
            <a:off x="4730400" y="0"/>
            <a:ext cx="4413600" cy="4766400"/>
          </a:xfrm>
          <a:custGeom>
            <a:avLst/>
            <a:gdLst>
              <a:gd name="connsiteX0" fmla="*/ 1875079 w 4413600"/>
              <a:gd name="connsiteY0" fmla="*/ 0 h 4764830"/>
              <a:gd name="connsiteX1" fmla="*/ 4413600 w 4413600"/>
              <a:gd name="connsiteY1" fmla="*/ 0 h 4764830"/>
              <a:gd name="connsiteX2" fmla="*/ 4413600 w 4413600"/>
              <a:gd name="connsiteY2" fmla="*/ 9330 h 4764830"/>
              <a:gd name="connsiteX3" fmla="*/ 4413600 w 4413600"/>
              <a:gd name="connsiteY3" fmla="*/ 27988 h 4764830"/>
              <a:gd name="connsiteX4" fmla="*/ 4413600 w 4413600"/>
              <a:gd name="connsiteY4" fmla="*/ 31099 h 4764830"/>
              <a:gd name="connsiteX5" fmla="*/ 4413600 w 4413600"/>
              <a:gd name="connsiteY5" fmla="*/ 34209 h 4764830"/>
              <a:gd name="connsiteX6" fmla="*/ 4413600 w 4413600"/>
              <a:gd name="connsiteY6" fmla="*/ 68417 h 4764830"/>
              <a:gd name="connsiteX7" fmla="*/ 4413600 w 4413600"/>
              <a:gd name="connsiteY7" fmla="*/ 74636 h 4764830"/>
              <a:gd name="connsiteX8" fmla="*/ 4413600 w 4413600"/>
              <a:gd name="connsiteY8" fmla="*/ 80857 h 4764830"/>
              <a:gd name="connsiteX9" fmla="*/ 4413600 w 4413600"/>
              <a:gd name="connsiteY9" fmla="*/ 99516 h 4764830"/>
              <a:gd name="connsiteX10" fmla="*/ 4413600 w 4413600"/>
              <a:gd name="connsiteY10" fmla="*/ 105735 h 4764830"/>
              <a:gd name="connsiteX11" fmla="*/ 4413600 w 4413600"/>
              <a:gd name="connsiteY11" fmla="*/ 115065 h 4764830"/>
              <a:gd name="connsiteX12" fmla="*/ 4413600 w 4413600"/>
              <a:gd name="connsiteY12" fmla="*/ 133725 h 4764830"/>
              <a:gd name="connsiteX13" fmla="*/ 4413600 w 4413600"/>
              <a:gd name="connsiteY13" fmla="*/ 146164 h 4764830"/>
              <a:gd name="connsiteX14" fmla="*/ 4413600 w 4413600"/>
              <a:gd name="connsiteY14" fmla="*/ 155494 h 4764830"/>
              <a:gd name="connsiteX15" fmla="*/ 4413600 w 4413600"/>
              <a:gd name="connsiteY15" fmla="*/ 180373 h 4764830"/>
              <a:gd name="connsiteX16" fmla="*/ 4413600 w 4413600"/>
              <a:gd name="connsiteY16" fmla="*/ 192812 h 4764830"/>
              <a:gd name="connsiteX17" fmla="*/ 4413600 w 4413600"/>
              <a:gd name="connsiteY17" fmla="*/ 208361 h 4764830"/>
              <a:gd name="connsiteX18" fmla="*/ 4413600 w 4413600"/>
              <a:gd name="connsiteY18" fmla="*/ 233241 h 4764830"/>
              <a:gd name="connsiteX19" fmla="*/ 4413600 w 4413600"/>
              <a:gd name="connsiteY19" fmla="*/ 251899 h 4764830"/>
              <a:gd name="connsiteX20" fmla="*/ 4413600 w 4413600"/>
              <a:gd name="connsiteY20" fmla="*/ 270559 h 4764830"/>
              <a:gd name="connsiteX21" fmla="*/ 4413600 w 4413600"/>
              <a:gd name="connsiteY21" fmla="*/ 298547 h 4764830"/>
              <a:gd name="connsiteX22" fmla="*/ 4413600 w 4413600"/>
              <a:gd name="connsiteY22" fmla="*/ 320316 h 4764830"/>
              <a:gd name="connsiteX23" fmla="*/ 4413600 w 4413600"/>
              <a:gd name="connsiteY23" fmla="*/ 345196 h 4764830"/>
              <a:gd name="connsiteX24" fmla="*/ 4413600 w 4413600"/>
              <a:gd name="connsiteY24" fmla="*/ 370075 h 4764830"/>
              <a:gd name="connsiteX25" fmla="*/ 4413600 w 4413600"/>
              <a:gd name="connsiteY25" fmla="*/ 398063 h 4764830"/>
              <a:gd name="connsiteX26" fmla="*/ 4413600 w 4413600"/>
              <a:gd name="connsiteY26" fmla="*/ 401174 h 4764830"/>
              <a:gd name="connsiteX27" fmla="*/ 4413600 w 4413600"/>
              <a:gd name="connsiteY27" fmla="*/ 429162 h 4764830"/>
              <a:gd name="connsiteX28" fmla="*/ 4413600 w 4413600"/>
              <a:gd name="connsiteY28" fmla="*/ 457152 h 4764830"/>
              <a:gd name="connsiteX29" fmla="*/ 4413600 w 4413600"/>
              <a:gd name="connsiteY29" fmla="*/ 491360 h 4764830"/>
              <a:gd name="connsiteX30" fmla="*/ 4413600 w 4413600"/>
              <a:gd name="connsiteY30" fmla="*/ 528678 h 4764830"/>
              <a:gd name="connsiteX31" fmla="*/ 4413600 w 4413600"/>
              <a:gd name="connsiteY31" fmla="*/ 553557 h 4764830"/>
              <a:gd name="connsiteX32" fmla="*/ 4413600 w 4413600"/>
              <a:gd name="connsiteY32" fmla="*/ 597095 h 4764830"/>
              <a:gd name="connsiteX33" fmla="*/ 4413600 w 4413600"/>
              <a:gd name="connsiteY33" fmla="*/ 640634 h 4764830"/>
              <a:gd name="connsiteX34" fmla="*/ 4413600 w 4413600"/>
              <a:gd name="connsiteY34" fmla="*/ 665512 h 4764830"/>
              <a:gd name="connsiteX35" fmla="*/ 4413600 w 4413600"/>
              <a:gd name="connsiteY35" fmla="*/ 715271 h 4764830"/>
              <a:gd name="connsiteX36" fmla="*/ 4413600 w 4413600"/>
              <a:gd name="connsiteY36" fmla="*/ 771249 h 4764830"/>
              <a:gd name="connsiteX37" fmla="*/ 4413600 w 4413600"/>
              <a:gd name="connsiteY37" fmla="*/ 789907 h 4764830"/>
              <a:gd name="connsiteX38" fmla="*/ 4413600 w 4413600"/>
              <a:gd name="connsiteY38" fmla="*/ 848995 h 4764830"/>
              <a:gd name="connsiteX39" fmla="*/ 4413600 w 4413600"/>
              <a:gd name="connsiteY39" fmla="*/ 914303 h 4764830"/>
              <a:gd name="connsiteX40" fmla="*/ 4413600 w 4413600"/>
              <a:gd name="connsiteY40" fmla="*/ 929852 h 4764830"/>
              <a:gd name="connsiteX41" fmla="*/ 4413600 w 4413600"/>
              <a:gd name="connsiteY41" fmla="*/ 998269 h 4764830"/>
              <a:gd name="connsiteX42" fmla="*/ 4413600 w 4413600"/>
              <a:gd name="connsiteY42" fmla="*/ 1076016 h 4764830"/>
              <a:gd name="connsiteX43" fmla="*/ 4413600 w 4413600"/>
              <a:gd name="connsiteY43" fmla="*/ 1082236 h 4764830"/>
              <a:gd name="connsiteX44" fmla="*/ 4413600 w 4413600"/>
              <a:gd name="connsiteY44" fmla="*/ 1166202 h 4764830"/>
              <a:gd name="connsiteX45" fmla="*/ 4413600 w 4413600"/>
              <a:gd name="connsiteY45" fmla="*/ 1253279 h 4764830"/>
              <a:gd name="connsiteX46" fmla="*/ 4413600 w 4413600"/>
              <a:gd name="connsiteY46" fmla="*/ 1349685 h 4764830"/>
              <a:gd name="connsiteX47" fmla="*/ 4413600 w 4413600"/>
              <a:gd name="connsiteY47" fmla="*/ 1442981 h 4764830"/>
              <a:gd name="connsiteX48" fmla="*/ 4413600 w 4413600"/>
              <a:gd name="connsiteY48" fmla="*/ 1452311 h 4764830"/>
              <a:gd name="connsiteX49" fmla="*/ 4413600 w 4413600"/>
              <a:gd name="connsiteY49" fmla="*/ 1551827 h 4764830"/>
              <a:gd name="connsiteX50" fmla="*/ 4413600 w 4413600"/>
              <a:gd name="connsiteY50" fmla="*/ 1648233 h 4764830"/>
              <a:gd name="connsiteX51" fmla="*/ 4413600 w 4413600"/>
              <a:gd name="connsiteY51" fmla="*/ 1670002 h 4764830"/>
              <a:gd name="connsiteX52" fmla="*/ 4413600 w 4413600"/>
              <a:gd name="connsiteY52" fmla="*/ 1772628 h 4764830"/>
              <a:gd name="connsiteX53" fmla="*/ 4413600 w 4413600"/>
              <a:gd name="connsiteY53" fmla="*/ 1872144 h 4764830"/>
              <a:gd name="connsiteX54" fmla="*/ 4413600 w 4413600"/>
              <a:gd name="connsiteY54" fmla="*/ 1906353 h 4764830"/>
              <a:gd name="connsiteX55" fmla="*/ 4413600 w 4413600"/>
              <a:gd name="connsiteY55" fmla="*/ 2015198 h 4764830"/>
              <a:gd name="connsiteX56" fmla="*/ 4413600 w 4413600"/>
              <a:gd name="connsiteY56" fmla="*/ 2117824 h 4764830"/>
              <a:gd name="connsiteX57" fmla="*/ 4413600 w 4413600"/>
              <a:gd name="connsiteY57" fmla="*/ 2167582 h 4764830"/>
              <a:gd name="connsiteX58" fmla="*/ 4413600 w 4413600"/>
              <a:gd name="connsiteY58" fmla="*/ 2276428 h 4764830"/>
              <a:gd name="connsiteX59" fmla="*/ 4413600 w 4413600"/>
              <a:gd name="connsiteY59" fmla="*/ 2382163 h 4764830"/>
              <a:gd name="connsiteX60" fmla="*/ 4413600 w 4413600"/>
              <a:gd name="connsiteY60" fmla="*/ 2450580 h 4764830"/>
              <a:gd name="connsiteX61" fmla="*/ 4413600 w 4413600"/>
              <a:gd name="connsiteY61" fmla="*/ 2562535 h 4764830"/>
              <a:gd name="connsiteX62" fmla="*/ 4413600 w 4413600"/>
              <a:gd name="connsiteY62" fmla="*/ 2665161 h 4764830"/>
              <a:gd name="connsiteX63" fmla="*/ 4413600 w 4413600"/>
              <a:gd name="connsiteY63" fmla="*/ 2755348 h 4764830"/>
              <a:gd name="connsiteX64" fmla="*/ 4413600 w 4413600"/>
              <a:gd name="connsiteY64" fmla="*/ 2867304 h 4764830"/>
              <a:gd name="connsiteX65" fmla="*/ 4413600 w 4413600"/>
              <a:gd name="connsiteY65" fmla="*/ 2973039 h 4764830"/>
              <a:gd name="connsiteX66" fmla="*/ 4413600 w 4413600"/>
              <a:gd name="connsiteY66" fmla="*/ 3084994 h 4764830"/>
              <a:gd name="connsiteX67" fmla="*/ 4413600 w 4413600"/>
              <a:gd name="connsiteY67" fmla="*/ 3200059 h 4764830"/>
              <a:gd name="connsiteX68" fmla="*/ 4413600 w 4413600"/>
              <a:gd name="connsiteY68" fmla="*/ 3302685 h 4764830"/>
              <a:gd name="connsiteX69" fmla="*/ 4413600 w 4413600"/>
              <a:gd name="connsiteY69" fmla="*/ 3442630 h 4764830"/>
              <a:gd name="connsiteX70" fmla="*/ 4413600 w 4413600"/>
              <a:gd name="connsiteY70" fmla="*/ 3554585 h 4764830"/>
              <a:gd name="connsiteX71" fmla="*/ 4413600 w 4413600"/>
              <a:gd name="connsiteY71" fmla="*/ 3657211 h 4764830"/>
              <a:gd name="connsiteX72" fmla="*/ 4413600 w 4413600"/>
              <a:gd name="connsiteY72" fmla="*/ 3822034 h 4764830"/>
              <a:gd name="connsiteX73" fmla="*/ 4413600 w 4413600"/>
              <a:gd name="connsiteY73" fmla="*/ 3933990 h 4764830"/>
              <a:gd name="connsiteX74" fmla="*/ 4413600 w 4413600"/>
              <a:gd name="connsiteY74" fmla="*/ 4036615 h 4764830"/>
              <a:gd name="connsiteX75" fmla="*/ 4413600 w 4413600"/>
              <a:gd name="connsiteY75" fmla="*/ 4232538 h 4764830"/>
              <a:gd name="connsiteX76" fmla="*/ 4413600 w 4413600"/>
              <a:gd name="connsiteY76" fmla="*/ 4238757 h 4764830"/>
              <a:gd name="connsiteX77" fmla="*/ 4413600 w 4413600"/>
              <a:gd name="connsiteY77" fmla="*/ 4341383 h 4764830"/>
              <a:gd name="connsiteX78" fmla="*/ 4413600 w 4413600"/>
              <a:gd name="connsiteY78" fmla="*/ 4437789 h 4764830"/>
              <a:gd name="connsiteX79" fmla="*/ 4413600 w 4413600"/>
              <a:gd name="connsiteY79" fmla="*/ 4544041 h 4764830"/>
              <a:gd name="connsiteX80" fmla="*/ 4413600 w 4413600"/>
              <a:gd name="connsiteY80" fmla="*/ 4589782 h 4764830"/>
              <a:gd name="connsiteX81" fmla="*/ 4413600 w 4413600"/>
              <a:gd name="connsiteY81" fmla="*/ 4596392 h 4764830"/>
              <a:gd name="connsiteX82" fmla="*/ 4413600 w 4413600"/>
              <a:gd name="connsiteY82" fmla="*/ 4671029 h 4764830"/>
              <a:gd name="connsiteX83" fmla="*/ 4413600 w 4413600"/>
              <a:gd name="connsiteY83" fmla="*/ 4741864 h 4764830"/>
              <a:gd name="connsiteX84" fmla="*/ 4413600 w 4413600"/>
              <a:gd name="connsiteY84" fmla="*/ 4764830 h 4764830"/>
              <a:gd name="connsiteX85" fmla="*/ 23759 w 4413600"/>
              <a:gd name="connsiteY85" fmla="*/ 4764830 h 4764830"/>
              <a:gd name="connsiteX86" fmla="*/ 22290 w 4413600"/>
              <a:gd name="connsiteY86" fmla="*/ 4745763 h 4764830"/>
              <a:gd name="connsiteX87" fmla="*/ 18689 w 4413600"/>
              <a:gd name="connsiteY87" fmla="*/ 4699018 h 4764830"/>
              <a:gd name="connsiteX88" fmla="*/ 15574 w 4413600"/>
              <a:gd name="connsiteY88" fmla="*/ 4671029 h 4764830"/>
              <a:gd name="connsiteX89" fmla="*/ 15574 w 4413600"/>
              <a:gd name="connsiteY89" fmla="*/ 4667919 h 4764830"/>
              <a:gd name="connsiteX90" fmla="*/ 15574 w 4413600"/>
              <a:gd name="connsiteY90" fmla="*/ 4643040 h 4764830"/>
              <a:gd name="connsiteX91" fmla="*/ 12459 w 4413600"/>
              <a:gd name="connsiteY91" fmla="*/ 4608832 h 4764830"/>
              <a:gd name="connsiteX92" fmla="*/ 12459 w 4413600"/>
              <a:gd name="connsiteY92" fmla="*/ 4605722 h 4764830"/>
              <a:gd name="connsiteX93" fmla="*/ 0 w 4413600"/>
              <a:gd name="connsiteY93" fmla="*/ 4092593 h 4764830"/>
              <a:gd name="connsiteX94" fmla="*/ 3114 w 4413600"/>
              <a:gd name="connsiteY94" fmla="*/ 4027285 h 4764830"/>
              <a:gd name="connsiteX95" fmla="*/ 3114 w 4413600"/>
              <a:gd name="connsiteY95" fmla="*/ 4008627 h 4764830"/>
              <a:gd name="connsiteX96" fmla="*/ 364425 w 4413600"/>
              <a:gd name="connsiteY96" fmla="*/ 1931231 h 4764830"/>
              <a:gd name="connsiteX97" fmla="*/ 1875079 w 4413600"/>
              <a:gd name="connsiteY97" fmla="*/ 0 h 4764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4413600" h="4764830">
                <a:moveTo>
                  <a:pt x="1875079" y="0"/>
                </a:moveTo>
                <a:lnTo>
                  <a:pt x="4413600" y="0"/>
                </a:lnTo>
                <a:cubicBezTo>
                  <a:pt x="4413600" y="0"/>
                  <a:pt x="4413600" y="0"/>
                  <a:pt x="4413600" y="9330"/>
                </a:cubicBezTo>
                <a:cubicBezTo>
                  <a:pt x="4413600" y="9330"/>
                  <a:pt x="4413600" y="9330"/>
                  <a:pt x="4413600" y="27988"/>
                </a:cubicBezTo>
                <a:cubicBezTo>
                  <a:pt x="4413600" y="27988"/>
                  <a:pt x="4413600" y="27988"/>
                  <a:pt x="4413600" y="31099"/>
                </a:cubicBezTo>
                <a:cubicBezTo>
                  <a:pt x="4413600" y="31099"/>
                  <a:pt x="4413600" y="31099"/>
                  <a:pt x="4413600" y="34209"/>
                </a:cubicBezTo>
                <a:cubicBezTo>
                  <a:pt x="4413600" y="34209"/>
                  <a:pt x="4413600" y="34209"/>
                  <a:pt x="4413600" y="68417"/>
                </a:cubicBezTo>
                <a:cubicBezTo>
                  <a:pt x="4413600" y="68417"/>
                  <a:pt x="4413600" y="68417"/>
                  <a:pt x="4413600" y="74636"/>
                </a:cubicBezTo>
                <a:cubicBezTo>
                  <a:pt x="4413600" y="74636"/>
                  <a:pt x="4413600" y="74636"/>
                  <a:pt x="4413600" y="80857"/>
                </a:cubicBezTo>
                <a:cubicBezTo>
                  <a:pt x="4413600" y="80857"/>
                  <a:pt x="4413600" y="80857"/>
                  <a:pt x="4413600" y="99516"/>
                </a:cubicBezTo>
                <a:cubicBezTo>
                  <a:pt x="4413600" y="99516"/>
                  <a:pt x="4413600" y="99516"/>
                  <a:pt x="4413600" y="105735"/>
                </a:cubicBezTo>
                <a:cubicBezTo>
                  <a:pt x="4413600" y="105735"/>
                  <a:pt x="4413600" y="105735"/>
                  <a:pt x="4413600" y="115065"/>
                </a:cubicBezTo>
                <a:cubicBezTo>
                  <a:pt x="4413600" y="115065"/>
                  <a:pt x="4413600" y="115065"/>
                  <a:pt x="4413600" y="133725"/>
                </a:cubicBezTo>
                <a:cubicBezTo>
                  <a:pt x="4413600" y="133725"/>
                  <a:pt x="4413600" y="133725"/>
                  <a:pt x="4413600" y="146164"/>
                </a:cubicBezTo>
                <a:cubicBezTo>
                  <a:pt x="4413600" y="146164"/>
                  <a:pt x="4413600" y="146164"/>
                  <a:pt x="4413600" y="155494"/>
                </a:cubicBezTo>
                <a:cubicBezTo>
                  <a:pt x="4413600" y="155494"/>
                  <a:pt x="4413600" y="155494"/>
                  <a:pt x="4413600" y="180373"/>
                </a:cubicBezTo>
                <a:cubicBezTo>
                  <a:pt x="4413600" y="180373"/>
                  <a:pt x="4413600" y="180373"/>
                  <a:pt x="4413600" y="192812"/>
                </a:cubicBezTo>
                <a:cubicBezTo>
                  <a:pt x="4413600" y="192812"/>
                  <a:pt x="4413600" y="192812"/>
                  <a:pt x="4413600" y="208361"/>
                </a:cubicBezTo>
                <a:cubicBezTo>
                  <a:pt x="4413600" y="208361"/>
                  <a:pt x="4413600" y="208361"/>
                  <a:pt x="4413600" y="233241"/>
                </a:cubicBezTo>
                <a:cubicBezTo>
                  <a:pt x="4413600" y="233241"/>
                  <a:pt x="4413600" y="233241"/>
                  <a:pt x="4413600" y="251899"/>
                </a:cubicBezTo>
                <a:cubicBezTo>
                  <a:pt x="4413600" y="251899"/>
                  <a:pt x="4413600" y="251899"/>
                  <a:pt x="4413600" y="270559"/>
                </a:cubicBezTo>
                <a:cubicBezTo>
                  <a:pt x="4413600" y="270559"/>
                  <a:pt x="4413600" y="270559"/>
                  <a:pt x="4413600" y="298547"/>
                </a:cubicBezTo>
                <a:cubicBezTo>
                  <a:pt x="4413600" y="298547"/>
                  <a:pt x="4413600" y="298547"/>
                  <a:pt x="4413600" y="320316"/>
                </a:cubicBezTo>
                <a:cubicBezTo>
                  <a:pt x="4413600" y="320316"/>
                  <a:pt x="4413600" y="320316"/>
                  <a:pt x="4413600" y="345196"/>
                </a:cubicBezTo>
                <a:cubicBezTo>
                  <a:pt x="4413600" y="345196"/>
                  <a:pt x="4413600" y="345196"/>
                  <a:pt x="4413600" y="370075"/>
                </a:cubicBezTo>
                <a:cubicBezTo>
                  <a:pt x="4413600" y="370075"/>
                  <a:pt x="4413600" y="370075"/>
                  <a:pt x="4413600" y="398063"/>
                </a:cubicBezTo>
                <a:cubicBezTo>
                  <a:pt x="4413600" y="398063"/>
                  <a:pt x="4413600" y="398063"/>
                  <a:pt x="4413600" y="401174"/>
                </a:cubicBezTo>
                <a:cubicBezTo>
                  <a:pt x="4413600" y="401174"/>
                  <a:pt x="4413600" y="401174"/>
                  <a:pt x="4413600" y="429162"/>
                </a:cubicBezTo>
                <a:cubicBezTo>
                  <a:pt x="4413600" y="429162"/>
                  <a:pt x="4413600" y="429162"/>
                  <a:pt x="4413600" y="457152"/>
                </a:cubicBezTo>
                <a:cubicBezTo>
                  <a:pt x="4413600" y="457152"/>
                  <a:pt x="4413600" y="457152"/>
                  <a:pt x="4413600" y="491360"/>
                </a:cubicBezTo>
                <a:cubicBezTo>
                  <a:pt x="4413600" y="491360"/>
                  <a:pt x="4413600" y="491360"/>
                  <a:pt x="4413600" y="528678"/>
                </a:cubicBezTo>
                <a:cubicBezTo>
                  <a:pt x="4413600" y="528678"/>
                  <a:pt x="4413600" y="528678"/>
                  <a:pt x="4413600" y="553557"/>
                </a:cubicBezTo>
                <a:cubicBezTo>
                  <a:pt x="4413600" y="553557"/>
                  <a:pt x="4413600" y="553557"/>
                  <a:pt x="4413600" y="597095"/>
                </a:cubicBezTo>
                <a:cubicBezTo>
                  <a:pt x="4413600" y="597095"/>
                  <a:pt x="4413600" y="597095"/>
                  <a:pt x="4413600" y="640634"/>
                </a:cubicBezTo>
                <a:cubicBezTo>
                  <a:pt x="4413600" y="640634"/>
                  <a:pt x="4413600" y="640634"/>
                  <a:pt x="4413600" y="665512"/>
                </a:cubicBezTo>
                <a:cubicBezTo>
                  <a:pt x="4413600" y="665512"/>
                  <a:pt x="4413600" y="665512"/>
                  <a:pt x="4413600" y="715271"/>
                </a:cubicBezTo>
                <a:cubicBezTo>
                  <a:pt x="4413600" y="715271"/>
                  <a:pt x="4413600" y="715271"/>
                  <a:pt x="4413600" y="771249"/>
                </a:cubicBezTo>
                <a:cubicBezTo>
                  <a:pt x="4413600" y="771249"/>
                  <a:pt x="4413600" y="771249"/>
                  <a:pt x="4413600" y="789907"/>
                </a:cubicBezTo>
                <a:cubicBezTo>
                  <a:pt x="4413600" y="789907"/>
                  <a:pt x="4413600" y="789907"/>
                  <a:pt x="4413600" y="848995"/>
                </a:cubicBezTo>
                <a:cubicBezTo>
                  <a:pt x="4413600" y="848995"/>
                  <a:pt x="4413600" y="848995"/>
                  <a:pt x="4413600" y="914303"/>
                </a:cubicBezTo>
                <a:cubicBezTo>
                  <a:pt x="4413600" y="914303"/>
                  <a:pt x="4413600" y="914303"/>
                  <a:pt x="4413600" y="929852"/>
                </a:cubicBezTo>
                <a:cubicBezTo>
                  <a:pt x="4413600" y="929852"/>
                  <a:pt x="4413600" y="929852"/>
                  <a:pt x="4413600" y="998269"/>
                </a:cubicBezTo>
                <a:cubicBezTo>
                  <a:pt x="4413600" y="998269"/>
                  <a:pt x="4413600" y="998269"/>
                  <a:pt x="4413600" y="1076016"/>
                </a:cubicBezTo>
                <a:cubicBezTo>
                  <a:pt x="4413600" y="1076016"/>
                  <a:pt x="4413600" y="1076016"/>
                  <a:pt x="4413600" y="1082236"/>
                </a:cubicBezTo>
                <a:cubicBezTo>
                  <a:pt x="4413600" y="1082236"/>
                  <a:pt x="4413600" y="1082236"/>
                  <a:pt x="4413600" y="1166202"/>
                </a:cubicBezTo>
                <a:cubicBezTo>
                  <a:pt x="4413600" y="1166202"/>
                  <a:pt x="4413600" y="1166202"/>
                  <a:pt x="4413600" y="1253279"/>
                </a:cubicBezTo>
                <a:cubicBezTo>
                  <a:pt x="4413600" y="1253279"/>
                  <a:pt x="4413600" y="1253279"/>
                  <a:pt x="4413600" y="1349685"/>
                </a:cubicBezTo>
                <a:cubicBezTo>
                  <a:pt x="4413600" y="1349685"/>
                  <a:pt x="4413600" y="1349685"/>
                  <a:pt x="4413600" y="1442981"/>
                </a:cubicBezTo>
                <a:cubicBezTo>
                  <a:pt x="4413600" y="1442981"/>
                  <a:pt x="4413600" y="1442981"/>
                  <a:pt x="4413600" y="1452311"/>
                </a:cubicBezTo>
                <a:cubicBezTo>
                  <a:pt x="4413600" y="1452311"/>
                  <a:pt x="4413600" y="1452311"/>
                  <a:pt x="4413600" y="1551827"/>
                </a:cubicBezTo>
                <a:cubicBezTo>
                  <a:pt x="4413600" y="1551827"/>
                  <a:pt x="4413600" y="1551827"/>
                  <a:pt x="4413600" y="1648233"/>
                </a:cubicBezTo>
                <a:cubicBezTo>
                  <a:pt x="4413600" y="1648233"/>
                  <a:pt x="4413600" y="1648233"/>
                  <a:pt x="4413600" y="1670002"/>
                </a:cubicBezTo>
                <a:cubicBezTo>
                  <a:pt x="4413600" y="1670002"/>
                  <a:pt x="4413600" y="1670002"/>
                  <a:pt x="4413600" y="1772628"/>
                </a:cubicBezTo>
                <a:cubicBezTo>
                  <a:pt x="4413600" y="1772628"/>
                  <a:pt x="4413600" y="1772628"/>
                  <a:pt x="4413600" y="1872144"/>
                </a:cubicBezTo>
                <a:cubicBezTo>
                  <a:pt x="4413600" y="1872144"/>
                  <a:pt x="4413600" y="1872144"/>
                  <a:pt x="4413600" y="1906353"/>
                </a:cubicBezTo>
                <a:cubicBezTo>
                  <a:pt x="4413600" y="1906353"/>
                  <a:pt x="4413600" y="1906353"/>
                  <a:pt x="4413600" y="2015198"/>
                </a:cubicBezTo>
                <a:cubicBezTo>
                  <a:pt x="4413600" y="2015198"/>
                  <a:pt x="4413600" y="2015198"/>
                  <a:pt x="4413600" y="2117824"/>
                </a:cubicBezTo>
                <a:cubicBezTo>
                  <a:pt x="4413600" y="2117824"/>
                  <a:pt x="4413600" y="2117824"/>
                  <a:pt x="4413600" y="2167582"/>
                </a:cubicBezTo>
                <a:cubicBezTo>
                  <a:pt x="4413600" y="2167582"/>
                  <a:pt x="4413600" y="2167582"/>
                  <a:pt x="4413600" y="2276428"/>
                </a:cubicBezTo>
                <a:cubicBezTo>
                  <a:pt x="4413600" y="2276428"/>
                  <a:pt x="4413600" y="2276428"/>
                  <a:pt x="4413600" y="2382163"/>
                </a:cubicBezTo>
                <a:cubicBezTo>
                  <a:pt x="4413600" y="2382163"/>
                  <a:pt x="4413600" y="2382163"/>
                  <a:pt x="4413600" y="2450580"/>
                </a:cubicBezTo>
                <a:cubicBezTo>
                  <a:pt x="4413600" y="2450580"/>
                  <a:pt x="4413600" y="2450580"/>
                  <a:pt x="4413600" y="2562535"/>
                </a:cubicBezTo>
                <a:cubicBezTo>
                  <a:pt x="4413600" y="2562535"/>
                  <a:pt x="4413600" y="2562535"/>
                  <a:pt x="4413600" y="2665161"/>
                </a:cubicBezTo>
                <a:cubicBezTo>
                  <a:pt x="4413600" y="2665161"/>
                  <a:pt x="4413600" y="2665161"/>
                  <a:pt x="4413600" y="2755348"/>
                </a:cubicBezTo>
                <a:cubicBezTo>
                  <a:pt x="4413600" y="2755348"/>
                  <a:pt x="4413600" y="2755348"/>
                  <a:pt x="4413600" y="2867304"/>
                </a:cubicBezTo>
                <a:cubicBezTo>
                  <a:pt x="4413600" y="2867304"/>
                  <a:pt x="4413600" y="2867304"/>
                  <a:pt x="4413600" y="2973039"/>
                </a:cubicBezTo>
                <a:cubicBezTo>
                  <a:pt x="4413600" y="2973039"/>
                  <a:pt x="4413600" y="2973039"/>
                  <a:pt x="4413600" y="3084994"/>
                </a:cubicBezTo>
                <a:cubicBezTo>
                  <a:pt x="4413600" y="3084994"/>
                  <a:pt x="4413600" y="3084994"/>
                  <a:pt x="4413600" y="3200059"/>
                </a:cubicBezTo>
                <a:cubicBezTo>
                  <a:pt x="4413600" y="3200059"/>
                  <a:pt x="4413600" y="3200059"/>
                  <a:pt x="4413600" y="3302685"/>
                </a:cubicBezTo>
                <a:cubicBezTo>
                  <a:pt x="4413600" y="3302685"/>
                  <a:pt x="4413600" y="3302685"/>
                  <a:pt x="4413600" y="3442630"/>
                </a:cubicBezTo>
                <a:cubicBezTo>
                  <a:pt x="4413600" y="3442630"/>
                  <a:pt x="4413600" y="3442630"/>
                  <a:pt x="4413600" y="3554585"/>
                </a:cubicBezTo>
                <a:cubicBezTo>
                  <a:pt x="4413600" y="3554585"/>
                  <a:pt x="4413600" y="3554585"/>
                  <a:pt x="4413600" y="3657211"/>
                </a:cubicBezTo>
                <a:cubicBezTo>
                  <a:pt x="4413600" y="3657211"/>
                  <a:pt x="4413600" y="3657211"/>
                  <a:pt x="4413600" y="3822034"/>
                </a:cubicBezTo>
                <a:cubicBezTo>
                  <a:pt x="4413600" y="3822034"/>
                  <a:pt x="4413600" y="3822034"/>
                  <a:pt x="4413600" y="3933990"/>
                </a:cubicBezTo>
                <a:cubicBezTo>
                  <a:pt x="4413600" y="3933990"/>
                  <a:pt x="4413600" y="3933990"/>
                  <a:pt x="4413600" y="4036615"/>
                </a:cubicBezTo>
                <a:cubicBezTo>
                  <a:pt x="4413600" y="4036615"/>
                  <a:pt x="4413600" y="4036615"/>
                  <a:pt x="4413600" y="4232538"/>
                </a:cubicBezTo>
                <a:cubicBezTo>
                  <a:pt x="4413600" y="4232538"/>
                  <a:pt x="4413600" y="4232538"/>
                  <a:pt x="4413600" y="4238757"/>
                </a:cubicBezTo>
                <a:cubicBezTo>
                  <a:pt x="4413600" y="4238757"/>
                  <a:pt x="4413600" y="4238757"/>
                  <a:pt x="4413600" y="4341383"/>
                </a:cubicBezTo>
                <a:cubicBezTo>
                  <a:pt x="4413600" y="4341383"/>
                  <a:pt x="4413600" y="4341383"/>
                  <a:pt x="4413600" y="4437789"/>
                </a:cubicBezTo>
                <a:cubicBezTo>
                  <a:pt x="4413600" y="4437789"/>
                  <a:pt x="4413600" y="4437789"/>
                  <a:pt x="4413600" y="4544041"/>
                </a:cubicBezTo>
                <a:lnTo>
                  <a:pt x="4413600" y="4589782"/>
                </a:lnTo>
                <a:lnTo>
                  <a:pt x="4413600" y="4596392"/>
                </a:lnTo>
                <a:cubicBezTo>
                  <a:pt x="4413600" y="4596392"/>
                  <a:pt x="4413600" y="4596392"/>
                  <a:pt x="4413600" y="4671029"/>
                </a:cubicBezTo>
                <a:cubicBezTo>
                  <a:pt x="4413600" y="4671029"/>
                  <a:pt x="4413600" y="4671029"/>
                  <a:pt x="4413600" y="4741864"/>
                </a:cubicBezTo>
                <a:lnTo>
                  <a:pt x="4413600" y="4764830"/>
                </a:lnTo>
                <a:lnTo>
                  <a:pt x="23759" y="4764830"/>
                </a:lnTo>
                <a:lnTo>
                  <a:pt x="22290" y="4745763"/>
                </a:lnTo>
                <a:cubicBezTo>
                  <a:pt x="21415" y="4734392"/>
                  <a:pt x="20247" y="4719232"/>
                  <a:pt x="18689" y="4699018"/>
                </a:cubicBezTo>
                <a:cubicBezTo>
                  <a:pt x="18689" y="4689688"/>
                  <a:pt x="18689" y="4680359"/>
                  <a:pt x="15574" y="4671029"/>
                </a:cubicBezTo>
                <a:cubicBezTo>
                  <a:pt x="15574" y="4667919"/>
                  <a:pt x="15574" y="4667919"/>
                  <a:pt x="15574" y="4667919"/>
                </a:cubicBezTo>
                <a:cubicBezTo>
                  <a:pt x="15574" y="4658590"/>
                  <a:pt x="15574" y="4649260"/>
                  <a:pt x="15574" y="4643040"/>
                </a:cubicBezTo>
                <a:cubicBezTo>
                  <a:pt x="15574" y="4630601"/>
                  <a:pt x="12459" y="4618162"/>
                  <a:pt x="12459" y="4608832"/>
                </a:cubicBezTo>
                <a:cubicBezTo>
                  <a:pt x="12459" y="4605722"/>
                  <a:pt x="12459" y="4605722"/>
                  <a:pt x="12459" y="4605722"/>
                </a:cubicBezTo>
                <a:cubicBezTo>
                  <a:pt x="3114" y="4456449"/>
                  <a:pt x="0" y="4282295"/>
                  <a:pt x="0" y="4092593"/>
                </a:cubicBezTo>
                <a:cubicBezTo>
                  <a:pt x="0" y="4092593"/>
                  <a:pt x="0" y="4092593"/>
                  <a:pt x="3114" y="4027285"/>
                </a:cubicBezTo>
                <a:cubicBezTo>
                  <a:pt x="3114" y="4027285"/>
                  <a:pt x="3114" y="4027285"/>
                  <a:pt x="3114" y="4008627"/>
                </a:cubicBezTo>
                <a:cubicBezTo>
                  <a:pt x="12459" y="3405311"/>
                  <a:pt x="96557" y="2640282"/>
                  <a:pt x="364425" y="1931231"/>
                </a:cubicBezTo>
                <a:cubicBezTo>
                  <a:pt x="981146" y="292328"/>
                  <a:pt x="1875079" y="0"/>
                  <a:pt x="1875079" y="0"/>
                </a:cubicBezTo>
                <a:close/>
              </a:path>
            </a:pathLst>
          </a:custGeom>
          <a:solidFill>
            <a:srgbClr val="999A9A"/>
          </a:solidFill>
          <a:ln>
            <a:noFill/>
          </a:ln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Place picture1</a:t>
            </a:r>
            <a:endParaRPr lang="en-US" noProof="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77C89F4-BACD-4175-88D5-D0247291D222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33" name="INFOboxL">
              <a:extLst>
                <a:ext uri="{FF2B5EF4-FFF2-40B4-BE49-F238E27FC236}">
                  <a16:creationId xmlns:a16="http://schemas.microsoft.com/office/drawing/2014/main" id="{51FD20EF-E03A-4F9D-A296-2E9FFDADE8B0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34" name="INFOboxR">
              <a:extLst>
                <a:ext uri="{FF2B5EF4-FFF2-40B4-BE49-F238E27FC236}">
                  <a16:creationId xmlns:a16="http://schemas.microsoft.com/office/drawing/2014/main" id="{8584DCD4-FAF4-41AC-A755-6534C3DE7B65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F2DC03F-9D4F-4593-8BAF-5373A9DADE56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F0C07A-1C8B-4AC6-B526-CF8732E2C4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36" y="1209435"/>
            <a:ext cx="4005264" cy="1541451"/>
          </a:xfrm>
          <a:prstGeom prst="rect">
            <a:avLst/>
          </a:prstGeom>
        </p:spPr>
        <p:txBody>
          <a:bodyPr/>
          <a:lstStyle>
            <a:lvl1pPr>
              <a:defRPr sz="33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38B6080-2259-42F8-B384-13637C65CCA6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B765B88-C687-46DB-A047-8B91CF87E50E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9C58248-49AB-4D7A-888F-F35FFB855B88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B37A909-1573-4700-8D4F-7606D0C9E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C2D907A-56EB-428E-99D3-7C134B60F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54D9EF0-50CA-410D-BA4D-61324837B6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844FD22-3E5D-4320-8DE1-18183E989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C191DFF-B938-4B70-BB1A-9B1DBF28C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17C0961-51FC-42E4-8BCC-BEFFBD4C0C16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19F66B7-D34E-42D5-AADF-D94375305800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2133359-6EEB-47D4-8ED1-ABB614686CB8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DEBC9FA-6F2D-418B-955F-1935B3E6F690}"/>
                </a:ext>
              </a:extLst>
            </p:cNvPr>
            <p:cNvCxnSpPr>
              <a:stCxn id="19" idx="0"/>
              <a:endCxn id="19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418E299-DCF5-489B-AFD5-EAE43E1ECB2C}"/>
                </a:ext>
              </a:extLst>
            </p:cNvPr>
            <p:cNvCxnSpPr>
              <a:stCxn id="19" idx="3"/>
              <a:endCxn id="19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9F9EFCF-44BC-41C2-B1C8-6503D9C5AADB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DAD0D6D-A920-4EB5-B4C5-0C761035BC2C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31" name="Logo">
            <a:extLst>
              <a:ext uri="{FF2B5EF4-FFF2-40B4-BE49-F238E27FC236}">
                <a16:creationId xmlns:a16="http://schemas.microsoft.com/office/drawing/2014/main" id="{0575169B-5E38-4D39-A72D-5A620F89012D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35" name="Footer Placeholder 2">
            <a:extLst>
              <a:ext uri="{FF2B5EF4-FFF2-40B4-BE49-F238E27FC236}">
                <a16:creationId xmlns:a16="http://schemas.microsoft.com/office/drawing/2014/main" id="{73F7A4E5-D6BE-4713-8C10-6AFE794C03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99600" y="4765500"/>
            <a:ext cx="4032000" cy="378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0" name="Slide Number Placeholder 3">
            <a:extLst>
              <a:ext uri="{FF2B5EF4-FFF2-40B4-BE49-F238E27FC236}">
                <a16:creationId xmlns:a16="http://schemas.microsoft.com/office/drawing/2014/main" id="{FAF106A1-69E8-4487-87F1-5AD4F8DD0E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765500"/>
            <a:ext cx="396000" cy="378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53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speaker 04 (light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8B4CED8-E932-6644-B051-5FBC01F59D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36" y="1209435"/>
            <a:ext cx="4005264" cy="1541451"/>
          </a:xfrm>
          <a:prstGeom prst="rect">
            <a:avLst/>
          </a:prstGeom>
        </p:spPr>
        <p:txBody>
          <a:bodyPr/>
          <a:lstStyle>
            <a:lvl1pPr>
              <a:defRPr sz="33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E65D9C-3E27-478B-844F-2DF3A24B0463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34" name="INFOboxL">
              <a:extLst>
                <a:ext uri="{FF2B5EF4-FFF2-40B4-BE49-F238E27FC236}">
                  <a16:creationId xmlns:a16="http://schemas.microsoft.com/office/drawing/2014/main" id="{C0C67EE3-701E-4D20-889F-C3D5701E1403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57" name="INFOboxR">
              <a:extLst>
                <a:ext uri="{FF2B5EF4-FFF2-40B4-BE49-F238E27FC236}">
                  <a16:creationId xmlns:a16="http://schemas.microsoft.com/office/drawing/2014/main" id="{84CE7ADC-A6FA-485E-8EC2-D6B146A8448A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00FD8EC-6761-4CF7-8480-4A166D679FD3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7CA8C5F-6240-452B-B48F-9C5732BC25FB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608ED98-9DF5-40FE-AF01-754898E744D8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165C9AF-156E-4E32-B543-36C9B3ECE03E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0E86015E-9188-41E2-A618-EE676D110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7CB8051D-5A14-4A1B-80DC-9F70A9DB9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D88AA2BD-D6B0-4016-93FC-244A1C5EE8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F6A8F2A7-50F3-49B9-B0AC-3F3B26D76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97FEC757-474C-4329-88E2-21E7D610E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8CBDA60-E8B5-46BB-BB4D-7B6B0922EFA5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4B11F8A-815A-4DAB-A475-E2EFEE8868FC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EA959616-DEE8-4E42-B34E-068A10EB3469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1790C41-A457-4C02-A42A-3CE9C66D6B81}"/>
                </a:ext>
              </a:extLst>
            </p:cNvPr>
            <p:cNvCxnSpPr>
              <a:stCxn id="62" idx="0"/>
              <a:endCxn id="62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5F67A7D-B7F2-48EC-B036-A41DFA2FB2B1}"/>
                </a:ext>
              </a:extLst>
            </p:cNvPr>
            <p:cNvCxnSpPr>
              <a:stCxn id="62" idx="3"/>
              <a:endCxn id="62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8FE160E2-D7D1-4854-8DD2-218FACF62423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E441446-7227-48B9-BC53-7E316D93D9DA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75" name="Footer Placeholder 2">
            <a:extLst>
              <a:ext uri="{FF2B5EF4-FFF2-40B4-BE49-F238E27FC236}">
                <a16:creationId xmlns:a16="http://schemas.microsoft.com/office/drawing/2014/main" id="{2B661B33-D75D-4573-92C9-A1E62660AB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99600" y="4765500"/>
            <a:ext cx="4032000" cy="378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6" name="Slide Number Placeholder 3">
            <a:extLst>
              <a:ext uri="{FF2B5EF4-FFF2-40B4-BE49-F238E27FC236}">
                <a16:creationId xmlns:a16="http://schemas.microsoft.com/office/drawing/2014/main" id="{49A1D45F-2D0C-4A28-95E5-E490665E2E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-1" y="4765500"/>
            <a:ext cx="396000" cy="378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8DFF283-AFE8-4775-99CC-2CDA89E662FB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 bwMode="gray">
          <a:xfrm>
            <a:off x="4730400" y="0"/>
            <a:ext cx="4413600" cy="4766400"/>
          </a:xfrm>
          <a:custGeom>
            <a:avLst/>
            <a:gdLst>
              <a:gd name="connsiteX0" fmla="*/ 1875079 w 4413600"/>
              <a:gd name="connsiteY0" fmla="*/ 0 h 4764830"/>
              <a:gd name="connsiteX1" fmla="*/ 4413600 w 4413600"/>
              <a:gd name="connsiteY1" fmla="*/ 0 h 4764830"/>
              <a:gd name="connsiteX2" fmla="*/ 4413600 w 4413600"/>
              <a:gd name="connsiteY2" fmla="*/ 9330 h 4764830"/>
              <a:gd name="connsiteX3" fmla="*/ 4413600 w 4413600"/>
              <a:gd name="connsiteY3" fmla="*/ 27988 h 4764830"/>
              <a:gd name="connsiteX4" fmla="*/ 4413600 w 4413600"/>
              <a:gd name="connsiteY4" fmla="*/ 31099 h 4764830"/>
              <a:gd name="connsiteX5" fmla="*/ 4413600 w 4413600"/>
              <a:gd name="connsiteY5" fmla="*/ 34209 h 4764830"/>
              <a:gd name="connsiteX6" fmla="*/ 4413600 w 4413600"/>
              <a:gd name="connsiteY6" fmla="*/ 68417 h 4764830"/>
              <a:gd name="connsiteX7" fmla="*/ 4413600 w 4413600"/>
              <a:gd name="connsiteY7" fmla="*/ 74636 h 4764830"/>
              <a:gd name="connsiteX8" fmla="*/ 4413600 w 4413600"/>
              <a:gd name="connsiteY8" fmla="*/ 80857 h 4764830"/>
              <a:gd name="connsiteX9" fmla="*/ 4413600 w 4413600"/>
              <a:gd name="connsiteY9" fmla="*/ 99516 h 4764830"/>
              <a:gd name="connsiteX10" fmla="*/ 4413600 w 4413600"/>
              <a:gd name="connsiteY10" fmla="*/ 105735 h 4764830"/>
              <a:gd name="connsiteX11" fmla="*/ 4413600 w 4413600"/>
              <a:gd name="connsiteY11" fmla="*/ 115065 h 4764830"/>
              <a:gd name="connsiteX12" fmla="*/ 4413600 w 4413600"/>
              <a:gd name="connsiteY12" fmla="*/ 133725 h 4764830"/>
              <a:gd name="connsiteX13" fmla="*/ 4413600 w 4413600"/>
              <a:gd name="connsiteY13" fmla="*/ 146164 h 4764830"/>
              <a:gd name="connsiteX14" fmla="*/ 4413600 w 4413600"/>
              <a:gd name="connsiteY14" fmla="*/ 155494 h 4764830"/>
              <a:gd name="connsiteX15" fmla="*/ 4413600 w 4413600"/>
              <a:gd name="connsiteY15" fmla="*/ 180373 h 4764830"/>
              <a:gd name="connsiteX16" fmla="*/ 4413600 w 4413600"/>
              <a:gd name="connsiteY16" fmla="*/ 192812 h 4764830"/>
              <a:gd name="connsiteX17" fmla="*/ 4413600 w 4413600"/>
              <a:gd name="connsiteY17" fmla="*/ 208361 h 4764830"/>
              <a:gd name="connsiteX18" fmla="*/ 4413600 w 4413600"/>
              <a:gd name="connsiteY18" fmla="*/ 233241 h 4764830"/>
              <a:gd name="connsiteX19" fmla="*/ 4413600 w 4413600"/>
              <a:gd name="connsiteY19" fmla="*/ 251899 h 4764830"/>
              <a:gd name="connsiteX20" fmla="*/ 4413600 w 4413600"/>
              <a:gd name="connsiteY20" fmla="*/ 270559 h 4764830"/>
              <a:gd name="connsiteX21" fmla="*/ 4413600 w 4413600"/>
              <a:gd name="connsiteY21" fmla="*/ 298547 h 4764830"/>
              <a:gd name="connsiteX22" fmla="*/ 4413600 w 4413600"/>
              <a:gd name="connsiteY22" fmla="*/ 320316 h 4764830"/>
              <a:gd name="connsiteX23" fmla="*/ 4413600 w 4413600"/>
              <a:gd name="connsiteY23" fmla="*/ 345196 h 4764830"/>
              <a:gd name="connsiteX24" fmla="*/ 4413600 w 4413600"/>
              <a:gd name="connsiteY24" fmla="*/ 370075 h 4764830"/>
              <a:gd name="connsiteX25" fmla="*/ 4413600 w 4413600"/>
              <a:gd name="connsiteY25" fmla="*/ 398063 h 4764830"/>
              <a:gd name="connsiteX26" fmla="*/ 4413600 w 4413600"/>
              <a:gd name="connsiteY26" fmla="*/ 401174 h 4764830"/>
              <a:gd name="connsiteX27" fmla="*/ 4413600 w 4413600"/>
              <a:gd name="connsiteY27" fmla="*/ 429162 h 4764830"/>
              <a:gd name="connsiteX28" fmla="*/ 4413600 w 4413600"/>
              <a:gd name="connsiteY28" fmla="*/ 457152 h 4764830"/>
              <a:gd name="connsiteX29" fmla="*/ 4413600 w 4413600"/>
              <a:gd name="connsiteY29" fmla="*/ 491360 h 4764830"/>
              <a:gd name="connsiteX30" fmla="*/ 4413600 w 4413600"/>
              <a:gd name="connsiteY30" fmla="*/ 528678 h 4764830"/>
              <a:gd name="connsiteX31" fmla="*/ 4413600 w 4413600"/>
              <a:gd name="connsiteY31" fmla="*/ 553557 h 4764830"/>
              <a:gd name="connsiteX32" fmla="*/ 4413600 w 4413600"/>
              <a:gd name="connsiteY32" fmla="*/ 597095 h 4764830"/>
              <a:gd name="connsiteX33" fmla="*/ 4413600 w 4413600"/>
              <a:gd name="connsiteY33" fmla="*/ 640634 h 4764830"/>
              <a:gd name="connsiteX34" fmla="*/ 4413600 w 4413600"/>
              <a:gd name="connsiteY34" fmla="*/ 665512 h 4764830"/>
              <a:gd name="connsiteX35" fmla="*/ 4413600 w 4413600"/>
              <a:gd name="connsiteY35" fmla="*/ 715271 h 4764830"/>
              <a:gd name="connsiteX36" fmla="*/ 4413600 w 4413600"/>
              <a:gd name="connsiteY36" fmla="*/ 771249 h 4764830"/>
              <a:gd name="connsiteX37" fmla="*/ 4413600 w 4413600"/>
              <a:gd name="connsiteY37" fmla="*/ 789907 h 4764830"/>
              <a:gd name="connsiteX38" fmla="*/ 4413600 w 4413600"/>
              <a:gd name="connsiteY38" fmla="*/ 848995 h 4764830"/>
              <a:gd name="connsiteX39" fmla="*/ 4413600 w 4413600"/>
              <a:gd name="connsiteY39" fmla="*/ 914303 h 4764830"/>
              <a:gd name="connsiteX40" fmla="*/ 4413600 w 4413600"/>
              <a:gd name="connsiteY40" fmla="*/ 929852 h 4764830"/>
              <a:gd name="connsiteX41" fmla="*/ 4413600 w 4413600"/>
              <a:gd name="connsiteY41" fmla="*/ 998269 h 4764830"/>
              <a:gd name="connsiteX42" fmla="*/ 4413600 w 4413600"/>
              <a:gd name="connsiteY42" fmla="*/ 1076016 h 4764830"/>
              <a:gd name="connsiteX43" fmla="*/ 4413600 w 4413600"/>
              <a:gd name="connsiteY43" fmla="*/ 1082236 h 4764830"/>
              <a:gd name="connsiteX44" fmla="*/ 4413600 w 4413600"/>
              <a:gd name="connsiteY44" fmla="*/ 1166202 h 4764830"/>
              <a:gd name="connsiteX45" fmla="*/ 4413600 w 4413600"/>
              <a:gd name="connsiteY45" fmla="*/ 1253279 h 4764830"/>
              <a:gd name="connsiteX46" fmla="*/ 4413600 w 4413600"/>
              <a:gd name="connsiteY46" fmla="*/ 1349685 h 4764830"/>
              <a:gd name="connsiteX47" fmla="*/ 4413600 w 4413600"/>
              <a:gd name="connsiteY47" fmla="*/ 1442981 h 4764830"/>
              <a:gd name="connsiteX48" fmla="*/ 4413600 w 4413600"/>
              <a:gd name="connsiteY48" fmla="*/ 1452311 h 4764830"/>
              <a:gd name="connsiteX49" fmla="*/ 4413600 w 4413600"/>
              <a:gd name="connsiteY49" fmla="*/ 1551827 h 4764830"/>
              <a:gd name="connsiteX50" fmla="*/ 4413600 w 4413600"/>
              <a:gd name="connsiteY50" fmla="*/ 1648233 h 4764830"/>
              <a:gd name="connsiteX51" fmla="*/ 4413600 w 4413600"/>
              <a:gd name="connsiteY51" fmla="*/ 1670002 h 4764830"/>
              <a:gd name="connsiteX52" fmla="*/ 4413600 w 4413600"/>
              <a:gd name="connsiteY52" fmla="*/ 1772628 h 4764830"/>
              <a:gd name="connsiteX53" fmla="*/ 4413600 w 4413600"/>
              <a:gd name="connsiteY53" fmla="*/ 1872144 h 4764830"/>
              <a:gd name="connsiteX54" fmla="*/ 4413600 w 4413600"/>
              <a:gd name="connsiteY54" fmla="*/ 1906353 h 4764830"/>
              <a:gd name="connsiteX55" fmla="*/ 4413600 w 4413600"/>
              <a:gd name="connsiteY55" fmla="*/ 2015198 h 4764830"/>
              <a:gd name="connsiteX56" fmla="*/ 4413600 w 4413600"/>
              <a:gd name="connsiteY56" fmla="*/ 2117824 h 4764830"/>
              <a:gd name="connsiteX57" fmla="*/ 4413600 w 4413600"/>
              <a:gd name="connsiteY57" fmla="*/ 2167582 h 4764830"/>
              <a:gd name="connsiteX58" fmla="*/ 4413600 w 4413600"/>
              <a:gd name="connsiteY58" fmla="*/ 2276428 h 4764830"/>
              <a:gd name="connsiteX59" fmla="*/ 4413600 w 4413600"/>
              <a:gd name="connsiteY59" fmla="*/ 2382163 h 4764830"/>
              <a:gd name="connsiteX60" fmla="*/ 4413600 w 4413600"/>
              <a:gd name="connsiteY60" fmla="*/ 2450580 h 4764830"/>
              <a:gd name="connsiteX61" fmla="*/ 4413600 w 4413600"/>
              <a:gd name="connsiteY61" fmla="*/ 2562535 h 4764830"/>
              <a:gd name="connsiteX62" fmla="*/ 4413600 w 4413600"/>
              <a:gd name="connsiteY62" fmla="*/ 2665161 h 4764830"/>
              <a:gd name="connsiteX63" fmla="*/ 4413600 w 4413600"/>
              <a:gd name="connsiteY63" fmla="*/ 2755348 h 4764830"/>
              <a:gd name="connsiteX64" fmla="*/ 4413600 w 4413600"/>
              <a:gd name="connsiteY64" fmla="*/ 2867304 h 4764830"/>
              <a:gd name="connsiteX65" fmla="*/ 4413600 w 4413600"/>
              <a:gd name="connsiteY65" fmla="*/ 2973039 h 4764830"/>
              <a:gd name="connsiteX66" fmla="*/ 4413600 w 4413600"/>
              <a:gd name="connsiteY66" fmla="*/ 3084994 h 4764830"/>
              <a:gd name="connsiteX67" fmla="*/ 4413600 w 4413600"/>
              <a:gd name="connsiteY67" fmla="*/ 3200059 h 4764830"/>
              <a:gd name="connsiteX68" fmla="*/ 4413600 w 4413600"/>
              <a:gd name="connsiteY68" fmla="*/ 3302685 h 4764830"/>
              <a:gd name="connsiteX69" fmla="*/ 4413600 w 4413600"/>
              <a:gd name="connsiteY69" fmla="*/ 3442630 h 4764830"/>
              <a:gd name="connsiteX70" fmla="*/ 4413600 w 4413600"/>
              <a:gd name="connsiteY70" fmla="*/ 3554585 h 4764830"/>
              <a:gd name="connsiteX71" fmla="*/ 4413600 w 4413600"/>
              <a:gd name="connsiteY71" fmla="*/ 3657211 h 4764830"/>
              <a:gd name="connsiteX72" fmla="*/ 4413600 w 4413600"/>
              <a:gd name="connsiteY72" fmla="*/ 3822034 h 4764830"/>
              <a:gd name="connsiteX73" fmla="*/ 4413600 w 4413600"/>
              <a:gd name="connsiteY73" fmla="*/ 3933990 h 4764830"/>
              <a:gd name="connsiteX74" fmla="*/ 4413600 w 4413600"/>
              <a:gd name="connsiteY74" fmla="*/ 4036615 h 4764830"/>
              <a:gd name="connsiteX75" fmla="*/ 4413600 w 4413600"/>
              <a:gd name="connsiteY75" fmla="*/ 4232538 h 4764830"/>
              <a:gd name="connsiteX76" fmla="*/ 4413600 w 4413600"/>
              <a:gd name="connsiteY76" fmla="*/ 4238757 h 4764830"/>
              <a:gd name="connsiteX77" fmla="*/ 4413600 w 4413600"/>
              <a:gd name="connsiteY77" fmla="*/ 4341383 h 4764830"/>
              <a:gd name="connsiteX78" fmla="*/ 4413600 w 4413600"/>
              <a:gd name="connsiteY78" fmla="*/ 4437789 h 4764830"/>
              <a:gd name="connsiteX79" fmla="*/ 4413600 w 4413600"/>
              <a:gd name="connsiteY79" fmla="*/ 4544041 h 4764830"/>
              <a:gd name="connsiteX80" fmla="*/ 4413600 w 4413600"/>
              <a:gd name="connsiteY80" fmla="*/ 4589782 h 4764830"/>
              <a:gd name="connsiteX81" fmla="*/ 4413600 w 4413600"/>
              <a:gd name="connsiteY81" fmla="*/ 4596392 h 4764830"/>
              <a:gd name="connsiteX82" fmla="*/ 4413600 w 4413600"/>
              <a:gd name="connsiteY82" fmla="*/ 4671029 h 4764830"/>
              <a:gd name="connsiteX83" fmla="*/ 4413600 w 4413600"/>
              <a:gd name="connsiteY83" fmla="*/ 4741864 h 4764830"/>
              <a:gd name="connsiteX84" fmla="*/ 4413600 w 4413600"/>
              <a:gd name="connsiteY84" fmla="*/ 4764830 h 4764830"/>
              <a:gd name="connsiteX85" fmla="*/ 23759 w 4413600"/>
              <a:gd name="connsiteY85" fmla="*/ 4764830 h 4764830"/>
              <a:gd name="connsiteX86" fmla="*/ 22290 w 4413600"/>
              <a:gd name="connsiteY86" fmla="*/ 4745763 h 4764830"/>
              <a:gd name="connsiteX87" fmla="*/ 18689 w 4413600"/>
              <a:gd name="connsiteY87" fmla="*/ 4699018 h 4764830"/>
              <a:gd name="connsiteX88" fmla="*/ 15574 w 4413600"/>
              <a:gd name="connsiteY88" fmla="*/ 4671029 h 4764830"/>
              <a:gd name="connsiteX89" fmla="*/ 15574 w 4413600"/>
              <a:gd name="connsiteY89" fmla="*/ 4667919 h 4764830"/>
              <a:gd name="connsiteX90" fmla="*/ 15574 w 4413600"/>
              <a:gd name="connsiteY90" fmla="*/ 4643040 h 4764830"/>
              <a:gd name="connsiteX91" fmla="*/ 12459 w 4413600"/>
              <a:gd name="connsiteY91" fmla="*/ 4608832 h 4764830"/>
              <a:gd name="connsiteX92" fmla="*/ 12459 w 4413600"/>
              <a:gd name="connsiteY92" fmla="*/ 4605722 h 4764830"/>
              <a:gd name="connsiteX93" fmla="*/ 0 w 4413600"/>
              <a:gd name="connsiteY93" fmla="*/ 4092593 h 4764830"/>
              <a:gd name="connsiteX94" fmla="*/ 3114 w 4413600"/>
              <a:gd name="connsiteY94" fmla="*/ 4027285 h 4764830"/>
              <a:gd name="connsiteX95" fmla="*/ 3114 w 4413600"/>
              <a:gd name="connsiteY95" fmla="*/ 4008627 h 4764830"/>
              <a:gd name="connsiteX96" fmla="*/ 364425 w 4413600"/>
              <a:gd name="connsiteY96" fmla="*/ 1931231 h 4764830"/>
              <a:gd name="connsiteX97" fmla="*/ 1875079 w 4413600"/>
              <a:gd name="connsiteY97" fmla="*/ 0 h 4764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4413600" h="4764830">
                <a:moveTo>
                  <a:pt x="1875079" y="0"/>
                </a:moveTo>
                <a:lnTo>
                  <a:pt x="4413600" y="0"/>
                </a:lnTo>
                <a:cubicBezTo>
                  <a:pt x="4413600" y="0"/>
                  <a:pt x="4413600" y="0"/>
                  <a:pt x="4413600" y="9330"/>
                </a:cubicBezTo>
                <a:cubicBezTo>
                  <a:pt x="4413600" y="9330"/>
                  <a:pt x="4413600" y="9330"/>
                  <a:pt x="4413600" y="27988"/>
                </a:cubicBezTo>
                <a:cubicBezTo>
                  <a:pt x="4413600" y="27988"/>
                  <a:pt x="4413600" y="27988"/>
                  <a:pt x="4413600" y="31099"/>
                </a:cubicBezTo>
                <a:cubicBezTo>
                  <a:pt x="4413600" y="31099"/>
                  <a:pt x="4413600" y="31099"/>
                  <a:pt x="4413600" y="34209"/>
                </a:cubicBezTo>
                <a:cubicBezTo>
                  <a:pt x="4413600" y="34209"/>
                  <a:pt x="4413600" y="34209"/>
                  <a:pt x="4413600" y="68417"/>
                </a:cubicBezTo>
                <a:cubicBezTo>
                  <a:pt x="4413600" y="68417"/>
                  <a:pt x="4413600" y="68417"/>
                  <a:pt x="4413600" y="74636"/>
                </a:cubicBezTo>
                <a:cubicBezTo>
                  <a:pt x="4413600" y="74636"/>
                  <a:pt x="4413600" y="74636"/>
                  <a:pt x="4413600" y="80857"/>
                </a:cubicBezTo>
                <a:cubicBezTo>
                  <a:pt x="4413600" y="80857"/>
                  <a:pt x="4413600" y="80857"/>
                  <a:pt x="4413600" y="99516"/>
                </a:cubicBezTo>
                <a:cubicBezTo>
                  <a:pt x="4413600" y="99516"/>
                  <a:pt x="4413600" y="99516"/>
                  <a:pt x="4413600" y="105735"/>
                </a:cubicBezTo>
                <a:cubicBezTo>
                  <a:pt x="4413600" y="105735"/>
                  <a:pt x="4413600" y="105735"/>
                  <a:pt x="4413600" y="115065"/>
                </a:cubicBezTo>
                <a:cubicBezTo>
                  <a:pt x="4413600" y="115065"/>
                  <a:pt x="4413600" y="115065"/>
                  <a:pt x="4413600" y="133725"/>
                </a:cubicBezTo>
                <a:cubicBezTo>
                  <a:pt x="4413600" y="133725"/>
                  <a:pt x="4413600" y="133725"/>
                  <a:pt x="4413600" y="146164"/>
                </a:cubicBezTo>
                <a:cubicBezTo>
                  <a:pt x="4413600" y="146164"/>
                  <a:pt x="4413600" y="146164"/>
                  <a:pt x="4413600" y="155494"/>
                </a:cubicBezTo>
                <a:cubicBezTo>
                  <a:pt x="4413600" y="155494"/>
                  <a:pt x="4413600" y="155494"/>
                  <a:pt x="4413600" y="180373"/>
                </a:cubicBezTo>
                <a:cubicBezTo>
                  <a:pt x="4413600" y="180373"/>
                  <a:pt x="4413600" y="180373"/>
                  <a:pt x="4413600" y="192812"/>
                </a:cubicBezTo>
                <a:cubicBezTo>
                  <a:pt x="4413600" y="192812"/>
                  <a:pt x="4413600" y="192812"/>
                  <a:pt x="4413600" y="208361"/>
                </a:cubicBezTo>
                <a:cubicBezTo>
                  <a:pt x="4413600" y="208361"/>
                  <a:pt x="4413600" y="208361"/>
                  <a:pt x="4413600" y="233241"/>
                </a:cubicBezTo>
                <a:cubicBezTo>
                  <a:pt x="4413600" y="233241"/>
                  <a:pt x="4413600" y="233241"/>
                  <a:pt x="4413600" y="251899"/>
                </a:cubicBezTo>
                <a:cubicBezTo>
                  <a:pt x="4413600" y="251899"/>
                  <a:pt x="4413600" y="251899"/>
                  <a:pt x="4413600" y="270559"/>
                </a:cubicBezTo>
                <a:cubicBezTo>
                  <a:pt x="4413600" y="270559"/>
                  <a:pt x="4413600" y="270559"/>
                  <a:pt x="4413600" y="298547"/>
                </a:cubicBezTo>
                <a:cubicBezTo>
                  <a:pt x="4413600" y="298547"/>
                  <a:pt x="4413600" y="298547"/>
                  <a:pt x="4413600" y="320316"/>
                </a:cubicBezTo>
                <a:cubicBezTo>
                  <a:pt x="4413600" y="320316"/>
                  <a:pt x="4413600" y="320316"/>
                  <a:pt x="4413600" y="345196"/>
                </a:cubicBezTo>
                <a:cubicBezTo>
                  <a:pt x="4413600" y="345196"/>
                  <a:pt x="4413600" y="345196"/>
                  <a:pt x="4413600" y="370075"/>
                </a:cubicBezTo>
                <a:cubicBezTo>
                  <a:pt x="4413600" y="370075"/>
                  <a:pt x="4413600" y="370075"/>
                  <a:pt x="4413600" y="398063"/>
                </a:cubicBezTo>
                <a:cubicBezTo>
                  <a:pt x="4413600" y="398063"/>
                  <a:pt x="4413600" y="398063"/>
                  <a:pt x="4413600" y="401174"/>
                </a:cubicBezTo>
                <a:cubicBezTo>
                  <a:pt x="4413600" y="401174"/>
                  <a:pt x="4413600" y="401174"/>
                  <a:pt x="4413600" y="429162"/>
                </a:cubicBezTo>
                <a:cubicBezTo>
                  <a:pt x="4413600" y="429162"/>
                  <a:pt x="4413600" y="429162"/>
                  <a:pt x="4413600" y="457152"/>
                </a:cubicBezTo>
                <a:cubicBezTo>
                  <a:pt x="4413600" y="457152"/>
                  <a:pt x="4413600" y="457152"/>
                  <a:pt x="4413600" y="491360"/>
                </a:cubicBezTo>
                <a:cubicBezTo>
                  <a:pt x="4413600" y="491360"/>
                  <a:pt x="4413600" y="491360"/>
                  <a:pt x="4413600" y="528678"/>
                </a:cubicBezTo>
                <a:cubicBezTo>
                  <a:pt x="4413600" y="528678"/>
                  <a:pt x="4413600" y="528678"/>
                  <a:pt x="4413600" y="553557"/>
                </a:cubicBezTo>
                <a:cubicBezTo>
                  <a:pt x="4413600" y="553557"/>
                  <a:pt x="4413600" y="553557"/>
                  <a:pt x="4413600" y="597095"/>
                </a:cubicBezTo>
                <a:cubicBezTo>
                  <a:pt x="4413600" y="597095"/>
                  <a:pt x="4413600" y="597095"/>
                  <a:pt x="4413600" y="640634"/>
                </a:cubicBezTo>
                <a:cubicBezTo>
                  <a:pt x="4413600" y="640634"/>
                  <a:pt x="4413600" y="640634"/>
                  <a:pt x="4413600" y="665512"/>
                </a:cubicBezTo>
                <a:cubicBezTo>
                  <a:pt x="4413600" y="665512"/>
                  <a:pt x="4413600" y="665512"/>
                  <a:pt x="4413600" y="715271"/>
                </a:cubicBezTo>
                <a:cubicBezTo>
                  <a:pt x="4413600" y="715271"/>
                  <a:pt x="4413600" y="715271"/>
                  <a:pt x="4413600" y="771249"/>
                </a:cubicBezTo>
                <a:cubicBezTo>
                  <a:pt x="4413600" y="771249"/>
                  <a:pt x="4413600" y="771249"/>
                  <a:pt x="4413600" y="789907"/>
                </a:cubicBezTo>
                <a:cubicBezTo>
                  <a:pt x="4413600" y="789907"/>
                  <a:pt x="4413600" y="789907"/>
                  <a:pt x="4413600" y="848995"/>
                </a:cubicBezTo>
                <a:cubicBezTo>
                  <a:pt x="4413600" y="848995"/>
                  <a:pt x="4413600" y="848995"/>
                  <a:pt x="4413600" y="914303"/>
                </a:cubicBezTo>
                <a:cubicBezTo>
                  <a:pt x="4413600" y="914303"/>
                  <a:pt x="4413600" y="914303"/>
                  <a:pt x="4413600" y="929852"/>
                </a:cubicBezTo>
                <a:cubicBezTo>
                  <a:pt x="4413600" y="929852"/>
                  <a:pt x="4413600" y="929852"/>
                  <a:pt x="4413600" y="998269"/>
                </a:cubicBezTo>
                <a:cubicBezTo>
                  <a:pt x="4413600" y="998269"/>
                  <a:pt x="4413600" y="998269"/>
                  <a:pt x="4413600" y="1076016"/>
                </a:cubicBezTo>
                <a:cubicBezTo>
                  <a:pt x="4413600" y="1076016"/>
                  <a:pt x="4413600" y="1076016"/>
                  <a:pt x="4413600" y="1082236"/>
                </a:cubicBezTo>
                <a:cubicBezTo>
                  <a:pt x="4413600" y="1082236"/>
                  <a:pt x="4413600" y="1082236"/>
                  <a:pt x="4413600" y="1166202"/>
                </a:cubicBezTo>
                <a:cubicBezTo>
                  <a:pt x="4413600" y="1166202"/>
                  <a:pt x="4413600" y="1166202"/>
                  <a:pt x="4413600" y="1253279"/>
                </a:cubicBezTo>
                <a:cubicBezTo>
                  <a:pt x="4413600" y="1253279"/>
                  <a:pt x="4413600" y="1253279"/>
                  <a:pt x="4413600" y="1349685"/>
                </a:cubicBezTo>
                <a:cubicBezTo>
                  <a:pt x="4413600" y="1349685"/>
                  <a:pt x="4413600" y="1349685"/>
                  <a:pt x="4413600" y="1442981"/>
                </a:cubicBezTo>
                <a:cubicBezTo>
                  <a:pt x="4413600" y="1442981"/>
                  <a:pt x="4413600" y="1442981"/>
                  <a:pt x="4413600" y="1452311"/>
                </a:cubicBezTo>
                <a:cubicBezTo>
                  <a:pt x="4413600" y="1452311"/>
                  <a:pt x="4413600" y="1452311"/>
                  <a:pt x="4413600" y="1551827"/>
                </a:cubicBezTo>
                <a:cubicBezTo>
                  <a:pt x="4413600" y="1551827"/>
                  <a:pt x="4413600" y="1551827"/>
                  <a:pt x="4413600" y="1648233"/>
                </a:cubicBezTo>
                <a:cubicBezTo>
                  <a:pt x="4413600" y="1648233"/>
                  <a:pt x="4413600" y="1648233"/>
                  <a:pt x="4413600" y="1670002"/>
                </a:cubicBezTo>
                <a:cubicBezTo>
                  <a:pt x="4413600" y="1670002"/>
                  <a:pt x="4413600" y="1670002"/>
                  <a:pt x="4413600" y="1772628"/>
                </a:cubicBezTo>
                <a:cubicBezTo>
                  <a:pt x="4413600" y="1772628"/>
                  <a:pt x="4413600" y="1772628"/>
                  <a:pt x="4413600" y="1872144"/>
                </a:cubicBezTo>
                <a:cubicBezTo>
                  <a:pt x="4413600" y="1872144"/>
                  <a:pt x="4413600" y="1872144"/>
                  <a:pt x="4413600" y="1906353"/>
                </a:cubicBezTo>
                <a:cubicBezTo>
                  <a:pt x="4413600" y="1906353"/>
                  <a:pt x="4413600" y="1906353"/>
                  <a:pt x="4413600" y="2015198"/>
                </a:cubicBezTo>
                <a:cubicBezTo>
                  <a:pt x="4413600" y="2015198"/>
                  <a:pt x="4413600" y="2015198"/>
                  <a:pt x="4413600" y="2117824"/>
                </a:cubicBezTo>
                <a:cubicBezTo>
                  <a:pt x="4413600" y="2117824"/>
                  <a:pt x="4413600" y="2117824"/>
                  <a:pt x="4413600" y="2167582"/>
                </a:cubicBezTo>
                <a:cubicBezTo>
                  <a:pt x="4413600" y="2167582"/>
                  <a:pt x="4413600" y="2167582"/>
                  <a:pt x="4413600" y="2276428"/>
                </a:cubicBezTo>
                <a:cubicBezTo>
                  <a:pt x="4413600" y="2276428"/>
                  <a:pt x="4413600" y="2276428"/>
                  <a:pt x="4413600" y="2382163"/>
                </a:cubicBezTo>
                <a:cubicBezTo>
                  <a:pt x="4413600" y="2382163"/>
                  <a:pt x="4413600" y="2382163"/>
                  <a:pt x="4413600" y="2450580"/>
                </a:cubicBezTo>
                <a:cubicBezTo>
                  <a:pt x="4413600" y="2450580"/>
                  <a:pt x="4413600" y="2450580"/>
                  <a:pt x="4413600" y="2562535"/>
                </a:cubicBezTo>
                <a:cubicBezTo>
                  <a:pt x="4413600" y="2562535"/>
                  <a:pt x="4413600" y="2562535"/>
                  <a:pt x="4413600" y="2665161"/>
                </a:cubicBezTo>
                <a:cubicBezTo>
                  <a:pt x="4413600" y="2665161"/>
                  <a:pt x="4413600" y="2665161"/>
                  <a:pt x="4413600" y="2755348"/>
                </a:cubicBezTo>
                <a:cubicBezTo>
                  <a:pt x="4413600" y="2755348"/>
                  <a:pt x="4413600" y="2755348"/>
                  <a:pt x="4413600" y="2867304"/>
                </a:cubicBezTo>
                <a:cubicBezTo>
                  <a:pt x="4413600" y="2867304"/>
                  <a:pt x="4413600" y="2867304"/>
                  <a:pt x="4413600" y="2973039"/>
                </a:cubicBezTo>
                <a:cubicBezTo>
                  <a:pt x="4413600" y="2973039"/>
                  <a:pt x="4413600" y="2973039"/>
                  <a:pt x="4413600" y="3084994"/>
                </a:cubicBezTo>
                <a:cubicBezTo>
                  <a:pt x="4413600" y="3084994"/>
                  <a:pt x="4413600" y="3084994"/>
                  <a:pt x="4413600" y="3200059"/>
                </a:cubicBezTo>
                <a:cubicBezTo>
                  <a:pt x="4413600" y="3200059"/>
                  <a:pt x="4413600" y="3200059"/>
                  <a:pt x="4413600" y="3302685"/>
                </a:cubicBezTo>
                <a:cubicBezTo>
                  <a:pt x="4413600" y="3302685"/>
                  <a:pt x="4413600" y="3302685"/>
                  <a:pt x="4413600" y="3442630"/>
                </a:cubicBezTo>
                <a:cubicBezTo>
                  <a:pt x="4413600" y="3442630"/>
                  <a:pt x="4413600" y="3442630"/>
                  <a:pt x="4413600" y="3554585"/>
                </a:cubicBezTo>
                <a:cubicBezTo>
                  <a:pt x="4413600" y="3554585"/>
                  <a:pt x="4413600" y="3554585"/>
                  <a:pt x="4413600" y="3657211"/>
                </a:cubicBezTo>
                <a:cubicBezTo>
                  <a:pt x="4413600" y="3657211"/>
                  <a:pt x="4413600" y="3657211"/>
                  <a:pt x="4413600" y="3822034"/>
                </a:cubicBezTo>
                <a:cubicBezTo>
                  <a:pt x="4413600" y="3822034"/>
                  <a:pt x="4413600" y="3822034"/>
                  <a:pt x="4413600" y="3933990"/>
                </a:cubicBezTo>
                <a:cubicBezTo>
                  <a:pt x="4413600" y="3933990"/>
                  <a:pt x="4413600" y="3933990"/>
                  <a:pt x="4413600" y="4036615"/>
                </a:cubicBezTo>
                <a:cubicBezTo>
                  <a:pt x="4413600" y="4036615"/>
                  <a:pt x="4413600" y="4036615"/>
                  <a:pt x="4413600" y="4232538"/>
                </a:cubicBezTo>
                <a:cubicBezTo>
                  <a:pt x="4413600" y="4232538"/>
                  <a:pt x="4413600" y="4232538"/>
                  <a:pt x="4413600" y="4238757"/>
                </a:cubicBezTo>
                <a:cubicBezTo>
                  <a:pt x="4413600" y="4238757"/>
                  <a:pt x="4413600" y="4238757"/>
                  <a:pt x="4413600" y="4341383"/>
                </a:cubicBezTo>
                <a:cubicBezTo>
                  <a:pt x="4413600" y="4341383"/>
                  <a:pt x="4413600" y="4341383"/>
                  <a:pt x="4413600" y="4437789"/>
                </a:cubicBezTo>
                <a:cubicBezTo>
                  <a:pt x="4413600" y="4437789"/>
                  <a:pt x="4413600" y="4437789"/>
                  <a:pt x="4413600" y="4544041"/>
                </a:cubicBezTo>
                <a:lnTo>
                  <a:pt x="4413600" y="4589782"/>
                </a:lnTo>
                <a:lnTo>
                  <a:pt x="4413600" y="4596392"/>
                </a:lnTo>
                <a:cubicBezTo>
                  <a:pt x="4413600" y="4596392"/>
                  <a:pt x="4413600" y="4596392"/>
                  <a:pt x="4413600" y="4671029"/>
                </a:cubicBezTo>
                <a:cubicBezTo>
                  <a:pt x="4413600" y="4671029"/>
                  <a:pt x="4413600" y="4671029"/>
                  <a:pt x="4413600" y="4741864"/>
                </a:cubicBezTo>
                <a:lnTo>
                  <a:pt x="4413600" y="4764830"/>
                </a:lnTo>
                <a:lnTo>
                  <a:pt x="23759" y="4764830"/>
                </a:lnTo>
                <a:lnTo>
                  <a:pt x="22290" y="4745763"/>
                </a:lnTo>
                <a:cubicBezTo>
                  <a:pt x="21415" y="4734392"/>
                  <a:pt x="20247" y="4719232"/>
                  <a:pt x="18689" y="4699018"/>
                </a:cubicBezTo>
                <a:cubicBezTo>
                  <a:pt x="18689" y="4689688"/>
                  <a:pt x="18689" y="4680359"/>
                  <a:pt x="15574" y="4671029"/>
                </a:cubicBezTo>
                <a:cubicBezTo>
                  <a:pt x="15574" y="4667919"/>
                  <a:pt x="15574" y="4667919"/>
                  <a:pt x="15574" y="4667919"/>
                </a:cubicBezTo>
                <a:cubicBezTo>
                  <a:pt x="15574" y="4658590"/>
                  <a:pt x="15574" y="4649260"/>
                  <a:pt x="15574" y="4643040"/>
                </a:cubicBezTo>
                <a:cubicBezTo>
                  <a:pt x="15574" y="4630601"/>
                  <a:pt x="12459" y="4618162"/>
                  <a:pt x="12459" y="4608832"/>
                </a:cubicBezTo>
                <a:cubicBezTo>
                  <a:pt x="12459" y="4605722"/>
                  <a:pt x="12459" y="4605722"/>
                  <a:pt x="12459" y="4605722"/>
                </a:cubicBezTo>
                <a:cubicBezTo>
                  <a:pt x="3114" y="4456449"/>
                  <a:pt x="0" y="4282295"/>
                  <a:pt x="0" y="4092593"/>
                </a:cubicBezTo>
                <a:cubicBezTo>
                  <a:pt x="0" y="4092593"/>
                  <a:pt x="0" y="4092593"/>
                  <a:pt x="3114" y="4027285"/>
                </a:cubicBezTo>
                <a:cubicBezTo>
                  <a:pt x="3114" y="4027285"/>
                  <a:pt x="3114" y="4027285"/>
                  <a:pt x="3114" y="4008627"/>
                </a:cubicBezTo>
                <a:cubicBezTo>
                  <a:pt x="12459" y="3405311"/>
                  <a:pt x="96557" y="2640282"/>
                  <a:pt x="364425" y="1931231"/>
                </a:cubicBezTo>
                <a:cubicBezTo>
                  <a:pt x="981146" y="292328"/>
                  <a:pt x="1875079" y="0"/>
                  <a:pt x="1875079" y="0"/>
                </a:cubicBezTo>
                <a:close/>
              </a:path>
            </a:pathLst>
          </a:custGeom>
          <a:solidFill>
            <a:srgbClr val="999A9A"/>
          </a:solidFill>
          <a:ln>
            <a:noFill/>
          </a:ln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Place picture</a:t>
            </a:r>
          </a:p>
        </p:txBody>
      </p:sp>
      <p:sp>
        <p:nvSpPr>
          <p:cNvPr id="28" name="Logo">
            <a:extLst>
              <a:ext uri="{FF2B5EF4-FFF2-40B4-BE49-F238E27FC236}">
                <a16:creationId xmlns:a16="http://schemas.microsoft.com/office/drawing/2014/main" id="{852EBC0C-DA31-473A-9EBE-F346D7F59E30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51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speaker 05 (dark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73B4C907-4FCC-4E65-9C6D-F362983176AC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43" name="INFOboxL">
              <a:extLst>
                <a:ext uri="{FF2B5EF4-FFF2-40B4-BE49-F238E27FC236}">
                  <a16:creationId xmlns:a16="http://schemas.microsoft.com/office/drawing/2014/main" id="{91631715-7BFE-49CA-9CC6-D4A12F4D5897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44" name="INFOboxR">
              <a:extLst>
                <a:ext uri="{FF2B5EF4-FFF2-40B4-BE49-F238E27FC236}">
                  <a16:creationId xmlns:a16="http://schemas.microsoft.com/office/drawing/2014/main" id="{1F7F9997-FA6D-45A8-9333-F74329096145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F0C07A-1C8B-4AC6-B526-CF8732E2C4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36" y="1209435"/>
            <a:ext cx="4005264" cy="1541451"/>
          </a:xfrm>
          <a:prstGeom prst="rect">
            <a:avLst/>
          </a:prstGeom>
        </p:spPr>
        <p:txBody>
          <a:bodyPr/>
          <a:lstStyle>
            <a:lvl1pPr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38B6080-2259-42F8-B384-13637C65CCA6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B765B88-C687-46DB-A047-8B91CF87E50E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9C58248-49AB-4D7A-888F-F35FFB855B88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B37A909-1573-4700-8D4F-7606D0C9E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C2D907A-56EB-428E-99D3-7C134B60F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54D9EF0-50CA-410D-BA4D-61324837B6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844FD22-3E5D-4320-8DE1-18183E989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C191DFF-B938-4B70-BB1A-9B1DBF28C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17C0961-51FC-42E4-8BCC-BEFFBD4C0C16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19F66B7-D34E-42D5-AADF-D94375305800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2133359-6EEB-47D4-8ED1-ABB614686CB8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DEBC9FA-6F2D-418B-955F-1935B3E6F690}"/>
                </a:ext>
              </a:extLst>
            </p:cNvPr>
            <p:cNvCxnSpPr>
              <a:stCxn id="19" idx="0"/>
              <a:endCxn id="19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418E299-DCF5-489B-AFD5-EAE43E1ECB2C}"/>
                </a:ext>
              </a:extLst>
            </p:cNvPr>
            <p:cNvCxnSpPr>
              <a:stCxn id="19" idx="3"/>
              <a:endCxn id="19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9F9EFCF-44BC-41C2-B1C8-6503D9C5AADB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DAD0D6D-A920-4EB5-B4C5-0C761035BC2C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463B31C-D067-46EA-968F-1B4B917D7A01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sp>
        <p:nvSpPr>
          <p:cNvPr id="47" name="Footer Placeholder 2">
            <a:extLst>
              <a:ext uri="{FF2B5EF4-FFF2-40B4-BE49-F238E27FC236}">
                <a16:creationId xmlns:a16="http://schemas.microsoft.com/office/drawing/2014/main" id="{14168E6D-565E-4F6A-BCC9-3EF81ABD33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99600" y="4765500"/>
            <a:ext cx="4032000" cy="378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8" name="Slide Number Placeholder 3">
            <a:extLst>
              <a:ext uri="{FF2B5EF4-FFF2-40B4-BE49-F238E27FC236}">
                <a16:creationId xmlns:a16="http://schemas.microsoft.com/office/drawing/2014/main" id="{4E11D298-0E33-4609-A849-E2D184FEE3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-1" y="4765500"/>
            <a:ext cx="396000" cy="378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5DBE7DB-6AC2-4592-91C8-C640B02D8D41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 bwMode="gray">
          <a:xfrm>
            <a:off x="4730400" y="0"/>
            <a:ext cx="4413600" cy="4766400"/>
          </a:xfrm>
          <a:custGeom>
            <a:avLst/>
            <a:gdLst>
              <a:gd name="connsiteX0" fmla="*/ 1875079 w 4413600"/>
              <a:gd name="connsiteY0" fmla="*/ 0 h 4764830"/>
              <a:gd name="connsiteX1" fmla="*/ 4413600 w 4413600"/>
              <a:gd name="connsiteY1" fmla="*/ 0 h 4764830"/>
              <a:gd name="connsiteX2" fmla="*/ 4413600 w 4413600"/>
              <a:gd name="connsiteY2" fmla="*/ 9330 h 4764830"/>
              <a:gd name="connsiteX3" fmla="*/ 4413600 w 4413600"/>
              <a:gd name="connsiteY3" fmla="*/ 27988 h 4764830"/>
              <a:gd name="connsiteX4" fmla="*/ 4413600 w 4413600"/>
              <a:gd name="connsiteY4" fmla="*/ 31099 h 4764830"/>
              <a:gd name="connsiteX5" fmla="*/ 4413600 w 4413600"/>
              <a:gd name="connsiteY5" fmla="*/ 34209 h 4764830"/>
              <a:gd name="connsiteX6" fmla="*/ 4413600 w 4413600"/>
              <a:gd name="connsiteY6" fmla="*/ 68417 h 4764830"/>
              <a:gd name="connsiteX7" fmla="*/ 4413600 w 4413600"/>
              <a:gd name="connsiteY7" fmla="*/ 74636 h 4764830"/>
              <a:gd name="connsiteX8" fmla="*/ 4413600 w 4413600"/>
              <a:gd name="connsiteY8" fmla="*/ 80857 h 4764830"/>
              <a:gd name="connsiteX9" fmla="*/ 4413600 w 4413600"/>
              <a:gd name="connsiteY9" fmla="*/ 99516 h 4764830"/>
              <a:gd name="connsiteX10" fmla="*/ 4413600 w 4413600"/>
              <a:gd name="connsiteY10" fmla="*/ 105735 h 4764830"/>
              <a:gd name="connsiteX11" fmla="*/ 4413600 w 4413600"/>
              <a:gd name="connsiteY11" fmla="*/ 115065 h 4764830"/>
              <a:gd name="connsiteX12" fmla="*/ 4413600 w 4413600"/>
              <a:gd name="connsiteY12" fmla="*/ 133725 h 4764830"/>
              <a:gd name="connsiteX13" fmla="*/ 4413600 w 4413600"/>
              <a:gd name="connsiteY13" fmla="*/ 146164 h 4764830"/>
              <a:gd name="connsiteX14" fmla="*/ 4413600 w 4413600"/>
              <a:gd name="connsiteY14" fmla="*/ 155494 h 4764830"/>
              <a:gd name="connsiteX15" fmla="*/ 4413600 w 4413600"/>
              <a:gd name="connsiteY15" fmla="*/ 180373 h 4764830"/>
              <a:gd name="connsiteX16" fmla="*/ 4413600 w 4413600"/>
              <a:gd name="connsiteY16" fmla="*/ 192812 h 4764830"/>
              <a:gd name="connsiteX17" fmla="*/ 4413600 w 4413600"/>
              <a:gd name="connsiteY17" fmla="*/ 208361 h 4764830"/>
              <a:gd name="connsiteX18" fmla="*/ 4413600 w 4413600"/>
              <a:gd name="connsiteY18" fmla="*/ 233241 h 4764830"/>
              <a:gd name="connsiteX19" fmla="*/ 4413600 w 4413600"/>
              <a:gd name="connsiteY19" fmla="*/ 251899 h 4764830"/>
              <a:gd name="connsiteX20" fmla="*/ 4413600 w 4413600"/>
              <a:gd name="connsiteY20" fmla="*/ 270559 h 4764830"/>
              <a:gd name="connsiteX21" fmla="*/ 4413600 w 4413600"/>
              <a:gd name="connsiteY21" fmla="*/ 298547 h 4764830"/>
              <a:gd name="connsiteX22" fmla="*/ 4413600 w 4413600"/>
              <a:gd name="connsiteY22" fmla="*/ 320316 h 4764830"/>
              <a:gd name="connsiteX23" fmla="*/ 4413600 w 4413600"/>
              <a:gd name="connsiteY23" fmla="*/ 345196 h 4764830"/>
              <a:gd name="connsiteX24" fmla="*/ 4413600 w 4413600"/>
              <a:gd name="connsiteY24" fmla="*/ 370075 h 4764830"/>
              <a:gd name="connsiteX25" fmla="*/ 4413600 w 4413600"/>
              <a:gd name="connsiteY25" fmla="*/ 398063 h 4764830"/>
              <a:gd name="connsiteX26" fmla="*/ 4413600 w 4413600"/>
              <a:gd name="connsiteY26" fmla="*/ 401174 h 4764830"/>
              <a:gd name="connsiteX27" fmla="*/ 4413600 w 4413600"/>
              <a:gd name="connsiteY27" fmla="*/ 429162 h 4764830"/>
              <a:gd name="connsiteX28" fmla="*/ 4413600 w 4413600"/>
              <a:gd name="connsiteY28" fmla="*/ 457152 h 4764830"/>
              <a:gd name="connsiteX29" fmla="*/ 4413600 w 4413600"/>
              <a:gd name="connsiteY29" fmla="*/ 491360 h 4764830"/>
              <a:gd name="connsiteX30" fmla="*/ 4413600 w 4413600"/>
              <a:gd name="connsiteY30" fmla="*/ 528678 h 4764830"/>
              <a:gd name="connsiteX31" fmla="*/ 4413600 w 4413600"/>
              <a:gd name="connsiteY31" fmla="*/ 553557 h 4764830"/>
              <a:gd name="connsiteX32" fmla="*/ 4413600 w 4413600"/>
              <a:gd name="connsiteY32" fmla="*/ 597095 h 4764830"/>
              <a:gd name="connsiteX33" fmla="*/ 4413600 w 4413600"/>
              <a:gd name="connsiteY33" fmla="*/ 640634 h 4764830"/>
              <a:gd name="connsiteX34" fmla="*/ 4413600 w 4413600"/>
              <a:gd name="connsiteY34" fmla="*/ 665512 h 4764830"/>
              <a:gd name="connsiteX35" fmla="*/ 4413600 w 4413600"/>
              <a:gd name="connsiteY35" fmla="*/ 715271 h 4764830"/>
              <a:gd name="connsiteX36" fmla="*/ 4413600 w 4413600"/>
              <a:gd name="connsiteY36" fmla="*/ 771249 h 4764830"/>
              <a:gd name="connsiteX37" fmla="*/ 4413600 w 4413600"/>
              <a:gd name="connsiteY37" fmla="*/ 789907 h 4764830"/>
              <a:gd name="connsiteX38" fmla="*/ 4413600 w 4413600"/>
              <a:gd name="connsiteY38" fmla="*/ 848995 h 4764830"/>
              <a:gd name="connsiteX39" fmla="*/ 4413600 w 4413600"/>
              <a:gd name="connsiteY39" fmla="*/ 914303 h 4764830"/>
              <a:gd name="connsiteX40" fmla="*/ 4413600 w 4413600"/>
              <a:gd name="connsiteY40" fmla="*/ 929852 h 4764830"/>
              <a:gd name="connsiteX41" fmla="*/ 4413600 w 4413600"/>
              <a:gd name="connsiteY41" fmla="*/ 998269 h 4764830"/>
              <a:gd name="connsiteX42" fmla="*/ 4413600 w 4413600"/>
              <a:gd name="connsiteY42" fmla="*/ 1076016 h 4764830"/>
              <a:gd name="connsiteX43" fmla="*/ 4413600 w 4413600"/>
              <a:gd name="connsiteY43" fmla="*/ 1082236 h 4764830"/>
              <a:gd name="connsiteX44" fmla="*/ 4413600 w 4413600"/>
              <a:gd name="connsiteY44" fmla="*/ 1166202 h 4764830"/>
              <a:gd name="connsiteX45" fmla="*/ 4413600 w 4413600"/>
              <a:gd name="connsiteY45" fmla="*/ 1253279 h 4764830"/>
              <a:gd name="connsiteX46" fmla="*/ 4413600 w 4413600"/>
              <a:gd name="connsiteY46" fmla="*/ 1349685 h 4764830"/>
              <a:gd name="connsiteX47" fmla="*/ 4413600 w 4413600"/>
              <a:gd name="connsiteY47" fmla="*/ 1442981 h 4764830"/>
              <a:gd name="connsiteX48" fmla="*/ 4413600 w 4413600"/>
              <a:gd name="connsiteY48" fmla="*/ 1452311 h 4764830"/>
              <a:gd name="connsiteX49" fmla="*/ 4413600 w 4413600"/>
              <a:gd name="connsiteY49" fmla="*/ 1551827 h 4764830"/>
              <a:gd name="connsiteX50" fmla="*/ 4413600 w 4413600"/>
              <a:gd name="connsiteY50" fmla="*/ 1648233 h 4764830"/>
              <a:gd name="connsiteX51" fmla="*/ 4413600 w 4413600"/>
              <a:gd name="connsiteY51" fmla="*/ 1670002 h 4764830"/>
              <a:gd name="connsiteX52" fmla="*/ 4413600 w 4413600"/>
              <a:gd name="connsiteY52" fmla="*/ 1772628 h 4764830"/>
              <a:gd name="connsiteX53" fmla="*/ 4413600 w 4413600"/>
              <a:gd name="connsiteY53" fmla="*/ 1872144 h 4764830"/>
              <a:gd name="connsiteX54" fmla="*/ 4413600 w 4413600"/>
              <a:gd name="connsiteY54" fmla="*/ 1906353 h 4764830"/>
              <a:gd name="connsiteX55" fmla="*/ 4413600 w 4413600"/>
              <a:gd name="connsiteY55" fmla="*/ 2015198 h 4764830"/>
              <a:gd name="connsiteX56" fmla="*/ 4413600 w 4413600"/>
              <a:gd name="connsiteY56" fmla="*/ 2117824 h 4764830"/>
              <a:gd name="connsiteX57" fmla="*/ 4413600 w 4413600"/>
              <a:gd name="connsiteY57" fmla="*/ 2167582 h 4764830"/>
              <a:gd name="connsiteX58" fmla="*/ 4413600 w 4413600"/>
              <a:gd name="connsiteY58" fmla="*/ 2276428 h 4764830"/>
              <a:gd name="connsiteX59" fmla="*/ 4413600 w 4413600"/>
              <a:gd name="connsiteY59" fmla="*/ 2382163 h 4764830"/>
              <a:gd name="connsiteX60" fmla="*/ 4413600 w 4413600"/>
              <a:gd name="connsiteY60" fmla="*/ 2450580 h 4764830"/>
              <a:gd name="connsiteX61" fmla="*/ 4413600 w 4413600"/>
              <a:gd name="connsiteY61" fmla="*/ 2562535 h 4764830"/>
              <a:gd name="connsiteX62" fmla="*/ 4413600 w 4413600"/>
              <a:gd name="connsiteY62" fmla="*/ 2665161 h 4764830"/>
              <a:gd name="connsiteX63" fmla="*/ 4413600 w 4413600"/>
              <a:gd name="connsiteY63" fmla="*/ 2755348 h 4764830"/>
              <a:gd name="connsiteX64" fmla="*/ 4413600 w 4413600"/>
              <a:gd name="connsiteY64" fmla="*/ 2867304 h 4764830"/>
              <a:gd name="connsiteX65" fmla="*/ 4413600 w 4413600"/>
              <a:gd name="connsiteY65" fmla="*/ 2973039 h 4764830"/>
              <a:gd name="connsiteX66" fmla="*/ 4413600 w 4413600"/>
              <a:gd name="connsiteY66" fmla="*/ 3084994 h 4764830"/>
              <a:gd name="connsiteX67" fmla="*/ 4413600 w 4413600"/>
              <a:gd name="connsiteY67" fmla="*/ 3200059 h 4764830"/>
              <a:gd name="connsiteX68" fmla="*/ 4413600 w 4413600"/>
              <a:gd name="connsiteY68" fmla="*/ 3302685 h 4764830"/>
              <a:gd name="connsiteX69" fmla="*/ 4413600 w 4413600"/>
              <a:gd name="connsiteY69" fmla="*/ 3442630 h 4764830"/>
              <a:gd name="connsiteX70" fmla="*/ 4413600 w 4413600"/>
              <a:gd name="connsiteY70" fmla="*/ 3554585 h 4764830"/>
              <a:gd name="connsiteX71" fmla="*/ 4413600 w 4413600"/>
              <a:gd name="connsiteY71" fmla="*/ 3657211 h 4764830"/>
              <a:gd name="connsiteX72" fmla="*/ 4413600 w 4413600"/>
              <a:gd name="connsiteY72" fmla="*/ 3822034 h 4764830"/>
              <a:gd name="connsiteX73" fmla="*/ 4413600 w 4413600"/>
              <a:gd name="connsiteY73" fmla="*/ 3933990 h 4764830"/>
              <a:gd name="connsiteX74" fmla="*/ 4413600 w 4413600"/>
              <a:gd name="connsiteY74" fmla="*/ 4036615 h 4764830"/>
              <a:gd name="connsiteX75" fmla="*/ 4413600 w 4413600"/>
              <a:gd name="connsiteY75" fmla="*/ 4232538 h 4764830"/>
              <a:gd name="connsiteX76" fmla="*/ 4413600 w 4413600"/>
              <a:gd name="connsiteY76" fmla="*/ 4238757 h 4764830"/>
              <a:gd name="connsiteX77" fmla="*/ 4413600 w 4413600"/>
              <a:gd name="connsiteY77" fmla="*/ 4341383 h 4764830"/>
              <a:gd name="connsiteX78" fmla="*/ 4413600 w 4413600"/>
              <a:gd name="connsiteY78" fmla="*/ 4437789 h 4764830"/>
              <a:gd name="connsiteX79" fmla="*/ 4413600 w 4413600"/>
              <a:gd name="connsiteY79" fmla="*/ 4544041 h 4764830"/>
              <a:gd name="connsiteX80" fmla="*/ 4413600 w 4413600"/>
              <a:gd name="connsiteY80" fmla="*/ 4589782 h 4764830"/>
              <a:gd name="connsiteX81" fmla="*/ 4413600 w 4413600"/>
              <a:gd name="connsiteY81" fmla="*/ 4596392 h 4764830"/>
              <a:gd name="connsiteX82" fmla="*/ 4413600 w 4413600"/>
              <a:gd name="connsiteY82" fmla="*/ 4671029 h 4764830"/>
              <a:gd name="connsiteX83" fmla="*/ 4413600 w 4413600"/>
              <a:gd name="connsiteY83" fmla="*/ 4741864 h 4764830"/>
              <a:gd name="connsiteX84" fmla="*/ 4413600 w 4413600"/>
              <a:gd name="connsiteY84" fmla="*/ 4764830 h 4764830"/>
              <a:gd name="connsiteX85" fmla="*/ 23759 w 4413600"/>
              <a:gd name="connsiteY85" fmla="*/ 4764830 h 4764830"/>
              <a:gd name="connsiteX86" fmla="*/ 22290 w 4413600"/>
              <a:gd name="connsiteY86" fmla="*/ 4745763 h 4764830"/>
              <a:gd name="connsiteX87" fmla="*/ 18689 w 4413600"/>
              <a:gd name="connsiteY87" fmla="*/ 4699018 h 4764830"/>
              <a:gd name="connsiteX88" fmla="*/ 15574 w 4413600"/>
              <a:gd name="connsiteY88" fmla="*/ 4671029 h 4764830"/>
              <a:gd name="connsiteX89" fmla="*/ 15574 w 4413600"/>
              <a:gd name="connsiteY89" fmla="*/ 4667919 h 4764830"/>
              <a:gd name="connsiteX90" fmla="*/ 15574 w 4413600"/>
              <a:gd name="connsiteY90" fmla="*/ 4643040 h 4764830"/>
              <a:gd name="connsiteX91" fmla="*/ 12459 w 4413600"/>
              <a:gd name="connsiteY91" fmla="*/ 4608832 h 4764830"/>
              <a:gd name="connsiteX92" fmla="*/ 12459 w 4413600"/>
              <a:gd name="connsiteY92" fmla="*/ 4605722 h 4764830"/>
              <a:gd name="connsiteX93" fmla="*/ 0 w 4413600"/>
              <a:gd name="connsiteY93" fmla="*/ 4092593 h 4764830"/>
              <a:gd name="connsiteX94" fmla="*/ 3114 w 4413600"/>
              <a:gd name="connsiteY94" fmla="*/ 4027285 h 4764830"/>
              <a:gd name="connsiteX95" fmla="*/ 3114 w 4413600"/>
              <a:gd name="connsiteY95" fmla="*/ 4008627 h 4764830"/>
              <a:gd name="connsiteX96" fmla="*/ 364425 w 4413600"/>
              <a:gd name="connsiteY96" fmla="*/ 1931231 h 4764830"/>
              <a:gd name="connsiteX97" fmla="*/ 1875079 w 4413600"/>
              <a:gd name="connsiteY97" fmla="*/ 0 h 4764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4413600" h="4764830">
                <a:moveTo>
                  <a:pt x="1875079" y="0"/>
                </a:moveTo>
                <a:lnTo>
                  <a:pt x="4413600" y="0"/>
                </a:lnTo>
                <a:cubicBezTo>
                  <a:pt x="4413600" y="0"/>
                  <a:pt x="4413600" y="0"/>
                  <a:pt x="4413600" y="9330"/>
                </a:cubicBezTo>
                <a:cubicBezTo>
                  <a:pt x="4413600" y="9330"/>
                  <a:pt x="4413600" y="9330"/>
                  <a:pt x="4413600" y="27988"/>
                </a:cubicBezTo>
                <a:cubicBezTo>
                  <a:pt x="4413600" y="27988"/>
                  <a:pt x="4413600" y="27988"/>
                  <a:pt x="4413600" y="31099"/>
                </a:cubicBezTo>
                <a:cubicBezTo>
                  <a:pt x="4413600" y="31099"/>
                  <a:pt x="4413600" y="31099"/>
                  <a:pt x="4413600" y="34209"/>
                </a:cubicBezTo>
                <a:cubicBezTo>
                  <a:pt x="4413600" y="34209"/>
                  <a:pt x="4413600" y="34209"/>
                  <a:pt x="4413600" y="68417"/>
                </a:cubicBezTo>
                <a:cubicBezTo>
                  <a:pt x="4413600" y="68417"/>
                  <a:pt x="4413600" y="68417"/>
                  <a:pt x="4413600" y="74636"/>
                </a:cubicBezTo>
                <a:cubicBezTo>
                  <a:pt x="4413600" y="74636"/>
                  <a:pt x="4413600" y="74636"/>
                  <a:pt x="4413600" y="80857"/>
                </a:cubicBezTo>
                <a:cubicBezTo>
                  <a:pt x="4413600" y="80857"/>
                  <a:pt x="4413600" y="80857"/>
                  <a:pt x="4413600" y="99516"/>
                </a:cubicBezTo>
                <a:cubicBezTo>
                  <a:pt x="4413600" y="99516"/>
                  <a:pt x="4413600" y="99516"/>
                  <a:pt x="4413600" y="105735"/>
                </a:cubicBezTo>
                <a:cubicBezTo>
                  <a:pt x="4413600" y="105735"/>
                  <a:pt x="4413600" y="105735"/>
                  <a:pt x="4413600" y="115065"/>
                </a:cubicBezTo>
                <a:cubicBezTo>
                  <a:pt x="4413600" y="115065"/>
                  <a:pt x="4413600" y="115065"/>
                  <a:pt x="4413600" y="133725"/>
                </a:cubicBezTo>
                <a:cubicBezTo>
                  <a:pt x="4413600" y="133725"/>
                  <a:pt x="4413600" y="133725"/>
                  <a:pt x="4413600" y="146164"/>
                </a:cubicBezTo>
                <a:cubicBezTo>
                  <a:pt x="4413600" y="146164"/>
                  <a:pt x="4413600" y="146164"/>
                  <a:pt x="4413600" y="155494"/>
                </a:cubicBezTo>
                <a:cubicBezTo>
                  <a:pt x="4413600" y="155494"/>
                  <a:pt x="4413600" y="155494"/>
                  <a:pt x="4413600" y="180373"/>
                </a:cubicBezTo>
                <a:cubicBezTo>
                  <a:pt x="4413600" y="180373"/>
                  <a:pt x="4413600" y="180373"/>
                  <a:pt x="4413600" y="192812"/>
                </a:cubicBezTo>
                <a:cubicBezTo>
                  <a:pt x="4413600" y="192812"/>
                  <a:pt x="4413600" y="192812"/>
                  <a:pt x="4413600" y="208361"/>
                </a:cubicBezTo>
                <a:cubicBezTo>
                  <a:pt x="4413600" y="208361"/>
                  <a:pt x="4413600" y="208361"/>
                  <a:pt x="4413600" y="233241"/>
                </a:cubicBezTo>
                <a:cubicBezTo>
                  <a:pt x="4413600" y="233241"/>
                  <a:pt x="4413600" y="233241"/>
                  <a:pt x="4413600" y="251899"/>
                </a:cubicBezTo>
                <a:cubicBezTo>
                  <a:pt x="4413600" y="251899"/>
                  <a:pt x="4413600" y="251899"/>
                  <a:pt x="4413600" y="270559"/>
                </a:cubicBezTo>
                <a:cubicBezTo>
                  <a:pt x="4413600" y="270559"/>
                  <a:pt x="4413600" y="270559"/>
                  <a:pt x="4413600" y="298547"/>
                </a:cubicBezTo>
                <a:cubicBezTo>
                  <a:pt x="4413600" y="298547"/>
                  <a:pt x="4413600" y="298547"/>
                  <a:pt x="4413600" y="320316"/>
                </a:cubicBezTo>
                <a:cubicBezTo>
                  <a:pt x="4413600" y="320316"/>
                  <a:pt x="4413600" y="320316"/>
                  <a:pt x="4413600" y="345196"/>
                </a:cubicBezTo>
                <a:cubicBezTo>
                  <a:pt x="4413600" y="345196"/>
                  <a:pt x="4413600" y="345196"/>
                  <a:pt x="4413600" y="370075"/>
                </a:cubicBezTo>
                <a:cubicBezTo>
                  <a:pt x="4413600" y="370075"/>
                  <a:pt x="4413600" y="370075"/>
                  <a:pt x="4413600" y="398063"/>
                </a:cubicBezTo>
                <a:cubicBezTo>
                  <a:pt x="4413600" y="398063"/>
                  <a:pt x="4413600" y="398063"/>
                  <a:pt x="4413600" y="401174"/>
                </a:cubicBezTo>
                <a:cubicBezTo>
                  <a:pt x="4413600" y="401174"/>
                  <a:pt x="4413600" y="401174"/>
                  <a:pt x="4413600" y="429162"/>
                </a:cubicBezTo>
                <a:cubicBezTo>
                  <a:pt x="4413600" y="429162"/>
                  <a:pt x="4413600" y="429162"/>
                  <a:pt x="4413600" y="457152"/>
                </a:cubicBezTo>
                <a:cubicBezTo>
                  <a:pt x="4413600" y="457152"/>
                  <a:pt x="4413600" y="457152"/>
                  <a:pt x="4413600" y="491360"/>
                </a:cubicBezTo>
                <a:cubicBezTo>
                  <a:pt x="4413600" y="491360"/>
                  <a:pt x="4413600" y="491360"/>
                  <a:pt x="4413600" y="528678"/>
                </a:cubicBezTo>
                <a:cubicBezTo>
                  <a:pt x="4413600" y="528678"/>
                  <a:pt x="4413600" y="528678"/>
                  <a:pt x="4413600" y="553557"/>
                </a:cubicBezTo>
                <a:cubicBezTo>
                  <a:pt x="4413600" y="553557"/>
                  <a:pt x="4413600" y="553557"/>
                  <a:pt x="4413600" y="597095"/>
                </a:cubicBezTo>
                <a:cubicBezTo>
                  <a:pt x="4413600" y="597095"/>
                  <a:pt x="4413600" y="597095"/>
                  <a:pt x="4413600" y="640634"/>
                </a:cubicBezTo>
                <a:cubicBezTo>
                  <a:pt x="4413600" y="640634"/>
                  <a:pt x="4413600" y="640634"/>
                  <a:pt x="4413600" y="665512"/>
                </a:cubicBezTo>
                <a:cubicBezTo>
                  <a:pt x="4413600" y="665512"/>
                  <a:pt x="4413600" y="665512"/>
                  <a:pt x="4413600" y="715271"/>
                </a:cubicBezTo>
                <a:cubicBezTo>
                  <a:pt x="4413600" y="715271"/>
                  <a:pt x="4413600" y="715271"/>
                  <a:pt x="4413600" y="771249"/>
                </a:cubicBezTo>
                <a:cubicBezTo>
                  <a:pt x="4413600" y="771249"/>
                  <a:pt x="4413600" y="771249"/>
                  <a:pt x="4413600" y="789907"/>
                </a:cubicBezTo>
                <a:cubicBezTo>
                  <a:pt x="4413600" y="789907"/>
                  <a:pt x="4413600" y="789907"/>
                  <a:pt x="4413600" y="848995"/>
                </a:cubicBezTo>
                <a:cubicBezTo>
                  <a:pt x="4413600" y="848995"/>
                  <a:pt x="4413600" y="848995"/>
                  <a:pt x="4413600" y="914303"/>
                </a:cubicBezTo>
                <a:cubicBezTo>
                  <a:pt x="4413600" y="914303"/>
                  <a:pt x="4413600" y="914303"/>
                  <a:pt x="4413600" y="929852"/>
                </a:cubicBezTo>
                <a:cubicBezTo>
                  <a:pt x="4413600" y="929852"/>
                  <a:pt x="4413600" y="929852"/>
                  <a:pt x="4413600" y="998269"/>
                </a:cubicBezTo>
                <a:cubicBezTo>
                  <a:pt x="4413600" y="998269"/>
                  <a:pt x="4413600" y="998269"/>
                  <a:pt x="4413600" y="1076016"/>
                </a:cubicBezTo>
                <a:cubicBezTo>
                  <a:pt x="4413600" y="1076016"/>
                  <a:pt x="4413600" y="1076016"/>
                  <a:pt x="4413600" y="1082236"/>
                </a:cubicBezTo>
                <a:cubicBezTo>
                  <a:pt x="4413600" y="1082236"/>
                  <a:pt x="4413600" y="1082236"/>
                  <a:pt x="4413600" y="1166202"/>
                </a:cubicBezTo>
                <a:cubicBezTo>
                  <a:pt x="4413600" y="1166202"/>
                  <a:pt x="4413600" y="1166202"/>
                  <a:pt x="4413600" y="1253279"/>
                </a:cubicBezTo>
                <a:cubicBezTo>
                  <a:pt x="4413600" y="1253279"/>
                  <a:pt x="4413600" y="1253279"/>
                  <a:pt x="4413600" y="1349685"/>
                </a:cubicBezTo>
                <a:cubicBezTo>
                  <a:pt x="4413600" y="1349685"/>
                  <a:pt x="4413600" y="1349685"/>
                  <a:pt x="4413600" y="1442981"/>
                </a:cubicBezTo>
                <a:cubicBezTo>
                  <a:pt x="4413600" y="1442981"/>
                  <a:pt x="4413600" y="1442981"/>
                  <a:pt x="4413600" y="1452311"/>
                </a:cubicBezTo>
                <a:cubicBezTo>
                  <a:pt x="4413600" y="1452311"/>
                  <a:pt x="4413600" y="1452311"/>
                  <a:pt x="4413600" y="1551827"/>
                </a:cubicBezTo>
                <a:cubicBezTo>
                  <a:pt x="4413600" y="1551827"/>
                  <a:pt x="4413600" y="1551827"/>
                  <a:pt x="4413600" y="1648233"/>
                </a:cubicBezTo>
                <a:cubicBezTo>
                  <a:pt x="4413600" y="1648233"/>
                  <a:pt x="4413600" y="1648233"/>
                  <a:pt x="4413600" y="1670002"/>
                </a:cubicBezTo>
                <a:cubicBezTo>
                  <a:pt x="4413600" y="1670002"/>
                  <a:pt x="4413600" y="1670002"/>
                  <a:pt x="4413600" y="1772628"/>
                </a:cubicBezTo>
                <a:cubicBezTo>
                  <a:pt x="4413600" y="1772628"/>
                  <a:pt x="4413600" y="1772628"/>
                  <a:pt x="4413600" y="1872144"/>
                </a:cubicBezTo>
                <a:cubicBezTo>
                  <a:pt x="4413600" y="1872144"/>
                  <a:pt x="4413600" y="1872144"/>
                  <a:pt x="4413600" y="1906353"/>
                </a:cubicBezTo>
                <a:cubicBezTo>
                  <a:pt x="4413600" y="1906353"/>
                  <a:pt x="4413600" y="1906353"/>
                  <a:pt x="4413600" y="2015198"/>
                </a:cubicBezTo>
                <a:cubicBezTo>
                  <a:pt x="4413600" y="2015198"/>
                  <a:pt x="4413600" y="2015198"/>
                  <a:pt x="4413600" y="2117824"/>
                </a:cubicBezTo>
                <a:cubicBezTo>
                  <a:pt x="4413600" y="2117824"/>
                  <a:pt x="4413600" y="2117824"/>
                  <a:pt x="4413600" y="2167582"/>
                </a:cubicBezTo>
                <a:cubicBezTo>
                  <a:pt x="4413600" y="2167582"/>
                  <a:pt x="4413600" y="2167582"/>
                  <a:pt x="4413600" y="2276428"/>
                </a:cubicBezTo>
                <a:cubicBezTo>
                  <a:pt x="4413600" y="2276428"/>
                  <a:pt x="4413600" y="2276428"/>
                  <a:pt x="4413600" y="2382163"/>
                </a:cubicBezTo>
                <a:cubicBezTo>
                  <a:pt x="4413600" y="2382163"/>
                  <a:pt x="4413600" y="2382163"/>
                  <a:pt x="4413600" y="2450580"/>
                </a:cubicBezTo>
                <a:cubicBezTo>
                  <a:pt x="4413600" y="2450580"/>
                  <a:pt x="4413600" y="2450580"/>
                  <a:pt x="4413600" y="2562535"/>
                </a:cubicBezTo>
                <a:cubicBezTo>
                  <a:pt x="4413600" y="2562535"/>
                  <a:pt x="4413600" y="2562535"/>
                  <a:pt x="4413600" y="2665161"/>
                </a:cubicBezTo>
                <a:cubicBezTo>
                  <a:pt x="4413600" y="2665161"/>
                  <a:pt x="4413600" y="2665161"/>
                  <a:pt x="4413600" y="2755348"/>
                </a:cubicBezTo>
                <a:cubicBezTo>
                  <a:pt x="4413600" y="2755348"/>
                  <a:pt x="4413600" y="2755348"/>
                  <a:pt x="4413600" y="2867304"/>
                </a:cubicBezTo>
                <a:cubicBezTo>
                  <a:pt x="4413600" y="2867304"/>
                  <a:pt x="4413600" y="2867304"/>
                  <a:pt x="4413600" y="2973039"/>
                </a:cubicBezTo>
                <a:cubicBezTo>
                  <a:pt x="4413600" y="2973039"/>
                  <a:pt x="4413600" y="2973039"/>
                  <a:pt x="4413600" y="3084994"/>
                </a:cubicBezTo>
                <a:cubicBezTo>
                  <a:pt x="4413600" y="3084994"/>
                  <a:pt x="4413600" y="3084994"/>
                  <a:pt x="4413600" y="3200059"/>
                </a:cubicBezTo>
                <a:cubicBezTo>
                  <a:pt x="4413600" y="3200059"/>
                  <a:pt x="4413600" y="3200059"/>
                  <a:pt x="4413600" y="3302685"/>
                </a:cubicBezTo>
                <a:cubicBezTo>
                  <a:pt x="4413600" y="3302685"/>
                  <a:pt x="4413600" y="3302685"/>
                  <a:pt x="4413600" y="3442630"/>
                </a:cubicBezTo>
                <a:cubicBezTo>
                  <a:pt x="4413600" y="3442630"/>
                  <a:pt x="4413600" y="3442630"/>
                  <a:pt x="4413600" y="3554585"/>
                </a:cubicBezTo>
                <a:cubicBezTo>
                  <a:pt x="4413600" y="3554585"/>
                  <a:pt x="4413600" y="3554585"/>
                  <a:pt x="4413600" y="3657211"/>
                </a:cubicBezTo>
                <a:cubicBezTo>
                  <a:pt x="4413600" y="3657211"/>
                  <a:pt x="4413600" y="3657211"/>
                  <a:pt x="4413600" y="3822034"/>
                </a:cubicBezTo>
                <a:cubicBezTo>
                  <a:pt x="4413600" y="3822034"/>
                  <a:pt x="4413600" y="3822034"/>
                  <a:pt x="4413600" y="3933990"/>
                </a:cubicBezTo>
                <a:cubicBezTo>
                  <a:pt x="4413600" y="3933990"/>
                  <a:pt x="4413600" y="3933990"/>
                  <a:pt x="4413600" y="4036615"/>
                </a:cubicBezTo>
                <a:cubicBezTo>
                  <a:pt x="4413600" y="4036615"/>
                  <a:pt x="4413600" y="4036615"/>
                  <a:pt x="4413600" y="4232538"/>
                </a:cubicBezTo>
                <a:cubicBezTo>
                  <a:pt x="4413600" y="4232538"/>
                  <a:pt x="4413600" y="4232538"/>
                  <a:pt x="4413600" y="4238757"/>
                </a:cubicBezTo>
                <a:cubicBezTo>
                  <a:pt x="4413600" y="4238757"/>
                  <a:pt x="4413600" y="4238757"/>
                  <a:pt x="4413600" y="4341383"/>
                </a:cubicBezTo>
                <a:cubicBezTo>
                  <a:pt x="4413600" y="4341383"/>
                  <a:pt x="4413600" y="4341383"/>
                  <a:pt x="4413600" y="4437789"/>
                </a:cubicBezTo>
                <a:cubicBezTo>
                  <a:pt x="4413600" y="4437789"/>
                  <a:pt x="4413600" y="4437789"/>
                  <a:pt x="4413600" y="4544041"/>
                </a:cubicBezTo>
                <a:lnTo>
                  <a:pt x="4413600" y="4589782"/>
                </a:lnTo>
                <a:lnTo>
                  <a:pt x="4413600" y="4596392"/>
                </a:lnTo>
                <a:cubicBezTo>
                  <a:pt x="4413600" y="4596392"/>
                  <a:pt x="4413600" y="4596392"/>
                  <a:pt x="4413600" y="4671029"/>
                </a:cubicBezTo>
                <a:cubicBezTo>
                  <a:pt x="4413600" y="4671029"/>
                  <a:pt x="4413600" y="4671029"/>
                  <a:pt x="4413600" y="4741864"/>
                </a:cubicBezTo>
                <a:lnTo>
                  <a:pt x="4413600" y="4764830"/>
                </a:lnTo>
                <a:lnTo>
                  <a:pt x="23759" y="4764830"/>
                </a:lnTo>
                <a:lnTo>
                  <a:pt x="22290" y="4745763"/>
                </a:lnTo>
                <a:cubicBezTo>
                  <a:pt x="21415" y="4734392"/>
                  <a:pt x="20247" y="4719232"/>
                  <a:pt x="18689" y="4699018"/>
                </a:cubicBezTo>
                <a:cubicBezTo>
                  <a:pt x="18689" y="4689688"/>
                  <a:pt x="18689" y="4680359"/>
                  <a:pt x="15574" y="4671029"/>
                </a:cubicBezTo>
                <a:cubicBezTo>
                  <a:pt x="15574" y="4667919"/>
                  <a:pt x="15574" y="4667919"/>
                  <a:pt x="15574" y="4667919"/>
                </a:cubicBezTo>
                <a:cubicBezTo>
                  <a:pt x="15574" y="4658590"/>
                  <a:pt x="15574" y="4649260"/>
                  <a:pt x="15574" y="4643040"/>
                </a:cubicBezTo>
                <a:cubicBezTo>
                  <a:pt x="15574" y="4630601"/>
                  <a:pt x="12459" y="4618162"/>
                  <a:pt x="12459" y="4608832"/>
                </a:cubicBezTo>
                <a:cubicBezTo>
                  <a:pt x="12459" y="4605722"/>
                  <a:pt x="12459" y="4605722"/>
                  <a:pt x="12459" y="4605722"/>
                </a:cubicBezTo>
                <a:cubicBezTo>
                  <a:pt x="3114" y="4456449"/>
                  <a:pt x="0" y="4282295"/>
                  <a:pt x="0" y="4092593"/>
                </a:cubicBezTo>
                <a:cubicBezTo>
                  <a:pt x="0" y="4092593"/>
                  <a:pt x="0" y="4092593"/>
                  <a:pt x="3114" y="4027285"/>
                </a:cubicBezTo>
                <a:cubicBezTo>
                  <a:pt x="3114" y="4027285"/>
                  <a:pt x="3114" y="4027285"/>
                  <a:pt x="3114" y="4008627"/>
                </a:cubicBezTo>
                <a:cubicBezTo>
                  <a:pt x="12459" y="3405311"/>
                  <a:pt x="96557" y="2640282"/>
                  <a:pt x="364425" y="1931231"/>
                </a:cubicBezTo>
                <a:cubicBezTo>
                  <a:pt x="981146" y="292328"/>
                  <a:pt x="1875079" y="0"/>
                  <a:pt x="1875079" y="0"/>
                </a:cubicBezTo>
                <a:close/>
              </a:path>
            </a:pathLst>
          </a:custGeom>
          <a:solidFill>
            <a:srgbClr val="999A9A"/>
          </a:solidFill>
          <a:ln>
            <a:noFill/>
          </a:ln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Place picture</a:t>
            </a:r>
          </a:p>
        </p:txBody>
      </p:sp>
      <p:sp>
        <p:nvSpPr>
          <p:cNvPr id="33" name="Logo">
            <a:extLst>
              <a:ext uri="{FF2B5EF4-FFF2-40B4-BE49-F238E27FC236}">
                <a16:creationId xmlns:a16="http://schemas.microsoft.com/office/drawing/2014/main" id="{7722E4DF-7A53-4568-A1B5-EA4F6E2A5E7D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199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speaker 06 (light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8D787A1-1A91-4B00-AA3B-B3F7351A70F5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35" name="INFOboxL">
              <a:extLst>
                <a:ext uri="{FF2B5EF4-FFF2-40B4-BE49-F238E27FC236}">
                  <a16:creationId xmlns:a16="http://schemas.microsoft.com/office/drawing/2014/main" id="{7C6A046C-4BE9-46AE-84BD-956B9B575C07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37" name="INFOboxR">
              <a:extLst>
                <a:ext uri="{FF2B5EF4-FFF2-40B4-BE49-F238E27FC236}">
                  <a16:creationId xmlns:a16="http://schemas.microsoft.com/office/drawing/2014/main" id="{65535FDF-4BC8-43CE-83A3-87EE867F03A1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F2DC03F-9D4F-4593-8BAF-5373A9DADE56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BE864C70-2E96-B44D-A1B5-8C380AC7E8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36" y="1209435"/>
            <a:ext cx="4005264" cy="1541451"/>
          </a:xfrm>
          <a:prstGeom prst="rect">
            <a:avLst/>
          </a:prstGeom>
        </p:spPr>
        <p:txBody>
          <a:bodyPr/>
          <a:lstStyle>
            <a:lvl1pPr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title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2166D94-63C6-E847-A63B-9F006F884DA6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AB58668-3E01-6440-A14C-9C84A8A48B68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C9D37EB-4D64-9747-84CC-592AFADDCCCE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11E3E0D4-EAE4-6045-A8DE-FEAD278F7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26E6B68B-25B7-4740-9727-FF36AB4BF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6A0A2B39-A89E-8546-BA4C-12BAD6AC7E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203BE30-0000-F943-A18E-4A362A634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0722DA4C-235D-E14C-910A-F40D14D9A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02E4685-9253-8149-B890-C79CC0C1F3F7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514098A-C61E-D047-A605-A5C32D071D1F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2679679D-6D52-BB41-9351-AFD7CAF050D0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5C09657-78AD-744B-A4AE-2F7424BC2783}"/>
                </a:ext>
              </a:extLst>
            </p:cNvPr>
            <p:cNvCxnSpPr>
              <a:stCxn id="62" idx="0"/>
              <a:endCxn id="62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27BDBF3-D87A-FC4D-9180-6F4C7667D659}"/>
                </a:ext>
              </a:extLst>
            </p:cNvPr>
            <p:cNvCxnSpPr>
              <a:stCxn id="62" idx="3"/>
              <a:endCxn id="62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7D452C69-2F11-2940-91BB-21F25A294E88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CBB6DB6-28FE-FB43-88AB-1DF30F3EAFFA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40" name="Footer Placeholder 2">
            <a:extLst>
              <a:ext uri="{FF2B5EF4-FFF2-40B4-BE49-F238E27FC236}">
                <a16:creationId xmlns:a16="http://schemas.microsoft.com/office/drawing/2014/main" id="{FA6FA50B-D9D8-40C6-AA66-B1B583A464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99600" y="4765500"/>
            <a:ext cx="4032000" cy="378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1" name="Slide Number Placeholder 3">
            <a:extLst>
              <a:ext uri="{FF2B5EF4-FFF2-40B4-BE49-F238E27FC236}">
                <a16:creationId xmlns:a16="http://schemas.microsoft.com/office/drawing/2014/main" id="{7CC81EBA-028A-47E6-B7BC-610C868F2A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-1" y="4765500"/>
            <a:ext cx="396000" cy="378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EA68F10-8241-4DFA-B5D7-FA8A5C25EA80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 bwMode="gray">
          <a:xfrm>
            <a:off x="4730400" y="0"/>
            <a:ext cx="4413600" cy="4766400"/>
          </a:xfrm>
          <a:custGeom>
            <a:avLst/>
            <a:gdLst>
              <a:gd name="connsiteX0" fmla="*/ 1875079 w 4413600"/>
              <a:gd name="connsiteY0" fmla="*/ 0 h 4764830"/>
              <a:gd name="connsiteX1" fmla="*/ 4413600 w 4413600"/>
              <a:gd name="connsiteY1" fmla="*/ 0 h 4764830"/>
              <a:gd name="connsiteX2" fmla="*/ 4413600 w 4413600"/>
              <a:gd name="connsiteY2" fmla="*/ 9330 h 4764830"/>
              <a:gd name="connsiteX3" fmla="*/ 4413600 w 4413600"/>
              <a:gd name="connsiteY3" fmla="*/ 27988 h 4764830"/>
              <a:gd name="connsiteX4" fmla="*/ 4413600 w 4413600"/>
              <a:gd name="connsiteY4" fmla="*/ 31099 h 4764830"/>
              <a:gd name="connsiteX5" fmla="*/ 4413600 w 4413600"/>
              <a:gd name="connsiteY5" fmla="*/ 34209 h 4764830"/>
              <a:gd name="connsiteX6" fmla="*/ 4413600 w 4413600"/>
              <a:gd name="connsiteY6" fmla="*/ 68417 h 4764830"/>
              <a:gd name="connsiteX7" fmla="*/ 4413600 w 4413600"/>
              <a:gd name="connsiteY7" fmla="*/ 74636 h 4764830"/>
              <a:gd name="connsiteX8" fmla="*/ 4413600 w 4413600"/>
              <a:gd name="connsiteY8" fmla="*/ 80857 h 4764830"/>
              <a:gd name="connsiteX9" fmla="*/ 4413600 w 4413600"/>
              <a:gd name="connsiteY9" fmla="*/ 99516 h 4764830"/>
              <a:gd name="connsiteX10" fmla="*/ 4413600 w 4413600"/>
              <a:gd name="connsiteY10" fmla="*/ 105735 h 4764830"/>
              <a:gd name="connsiteX11" fmla="*/ 4413600 w 4413600"/>
              <a:gd name="connsiteY11" fmla="*/ 115065 h 4764830"/>
              <a:gd name="connsiteX12" fmla="*/ 4413600 w 4413600"/>
              <a:gd name="connsiteY12" fmla="*/ 133725 h 4764830"/>
              <a:gd name="connsiteX13" fmla="*/ 4413600 w 4413600"/>
              <a:gd name="connsiteY13" fmla="*/ 146164 h 4764830"/>
              <a:gd name="connsiteX14" fmla="*/ 4413600 w 4413600"/>
              <a:gd name="connsiteY14" fmla="*/ 155494 h 4764830"/>
              <a:gd name="connsiteX15" fmla="*/ 4413600 w 4413600"/>
              <a:gd name="connsiteY15" fmla="*/ 180373 h 4764830"/>
              <a:gd name="connsiteX16" fmla="*/ 4413600 w 4413600"/>
              <a:gd name="connsiteY16" fmla="*/ 192812 h 4764830"/>
              <a:gd name="connsiteX17" fmla="*/ 4413600 w 4413600"/>
              <a:gd name="connsiteY17" fmla="*/ 208361 h 4764830"/>
              <a:gd name="connsiteX18" fmla="*/ 4413600 w 4413600"/>
              <a:gd name="connsiteY18" fmla="*/ 233241 h 4764830"/>
              <a:gd name="connsiteX19" fmla="*/ 4413600 w 4413600"/>
              <a:gd name="connsiteY19" fmla="*/ 251899 h 4764830"/>
              <a:gd name="connsiteX20" fmla="*/ 4413600 w 4413600"/>
              <a:gd name="connsiteY20" fmla="*/ 270559 h 4764830"/>
              <a:gd name="connsiteX21" fmla="*/ 4413600 w 4413600"/>
              <a:gd name="connsiteY21" fmla="*/ 298547 h 4764830"/>
              <a:gd name="connsiteX22" fmla="*/ 4413600 w 4413600"/>
              <a:gd name="connsiteY22" fmla="*/ 320316 h 4764830"/>
              <a:gd name="connsiteX23" fmla="*/ 4413600 w 4413600"/>
              <a:gd name="connsiteY23" fmla="*/ 345196 h 4764830"/>
              <a:gd name="connsiteX24" fmla="*/ 4413600 w 4413600"/>
              <a:gd name="connsiteY24" fmla="*/ 370075 h 4764830"/>
              <a:gd name="connsiteX25" fmla="*/ 4413600 w 4413600"/>
              <a:gd name="connsiteY25" fmla="*/ 398063 h 4764830"/>
              <a:gd name="connsiteX26" fmla="*/ 4413600 w 4413600"/>
              <a:gd name="connsiteY26" fmla="*/ 401174 h 4764830"/>
              <a:gd name="connsiteX27" fmla="*/ 4413600 w 4413600"/>
              <a:gd name="connsiteY27" fmla="*/ 429162 h 4764830"/>
              <a:gd name="connsiteX28" fmla="*/ 4413600 w 4413600"/>
              <a:gd name="connsiteY28" fmla="*/ 457152 h 4764830"/>
              <a:gd name="connsiteX29" fmla="*/ 4413600 w 4413600"/>
              <a:gd name="connsiteY29" fmla="*/ 491360 h 4764830"/>
              <a:gd name="connsiteX30" fmla="*/ 4413600 w 4413600"/>
              <a:gd name="connsiteY30" fmla="*/ 528678 h 4764830"/>
              <a:gd name="connsiteX31" fmla="*/ 4413600 w 4413600"/>
              <a:gd name="connsiteY31" fmla="*/ 553557 h 4764830"/>
              <a:gd name="connsiteX32" fmla="*/ 4413600 w 4413600"/>
              <a:gd name="connsiteY32" fmla="*/ 597095 h 4764830"/>
              <a:gd name="connsiteX33" fmla="*/ 4413600 w 4413600"/>
              <a:gd name="connsiteY33" fmla="*/ 640634 h 4764830"/>
              <a:gd name="connsiteX34" fmla="*/ 4413600 w 4413600"/>
              <a:gd name="connsiteY34" fmla="*/ 665512 h 4764830"/>
              <a:gd name="connsiteX35" fmla="*/ 4413600 w 4413600"/>
              <a:gd name="connsiteY35" fmla="*/ 715271 h 4764830"/>
              <a:gd name="connsiteX36" fmla="*/ 4413600 w 4413600"/>
              <a:gd name="connsiteY36" fmla="*/ 771249 h 4764830"/>
              <a:gd name="connsiteX37" fmla="*/ 4413600 w 4413600"/>
              <a:gd name="connsiteY37" fmla="*/ 789907 h 4764830"/>
              <a:gd name="connsiteX38" fmla="*/ 4413600 w 4413600"/>
              <a:gd name="connsiteY38" fmla="*/ 848995 h 4764830"/>
              <a:gd name="connsiteX39" fmla="*/ 4413600 w 4413600"/>
              <a:gd name="connsiteY39" fmla="*/ 914303 h 4764830"/>
              <a:gd name="connsiteX40" fmla="*/ 4413600 w 4413600"/>
              <a:gd name="connsiteY40" fmla="*/ 929852 h 4764830"/>
              <a:gd name="connsiteX41" fmla="*/ 4413600 w 4413600"/>
              <a:gd name="connsiteY41" fmla="*/ 998269 h 4764830"/>
              <a:gd name="connsiteX42" fmla="*/ 4413600 w 4413600"/>
              <a:gd name="connsiteY42" fmla="*/ 1076016 h 4764830"/>
              <a:gd name="connsiteX43" fmla="*/ 4413600 w 4413600"/>
              <a:gd name="connsiteY43" fmla="*/ 1082236 h 4764830"/>
              <a:gd name="connsiteX44" fmla="*/ 4413600 w 4413600"/>
              <a:gd name="connsiteY44" fmla="*/ 1166202 h 4764830"/>
              <a:gd name="connsiteX45" fmla="*/ 4413600 w 4413600"/>
              <a:gd name="connsiteY45" fmla="*/ 1253279 h 4764830"/>
              <a:gd name="connsiteX46" fmla="*/ 4413600 w 4413600"/>
              <a:gd name="connsiteY46" fmla="*/ 1349685 h 4764830"/>
              <a:gd name="connsiteX47" fmla="*/ 4413600 w 4413600"/>
              <a:gd name="connsiteY47" fmla="*/ 1442981 h 4764830"/>
              <a:gd name="connsiteX48" fmla="*/ 4413600 w 4413600"/>
              <a:gd name="connsiteY48" fmla="*/ 1452311 h 4764830"/>
              <a:gd name="connsiteX49" fmla="*/ 4413600 w 4413600"/>
              <a:gd name="connsiteY49" fmla="*/ 1551827 h 4764830"/>
              <a:gd name="connsiteX50" fmla="*/ 4413600 w 4413600"/>
              <a:gd name="connsiteY50" fmla="*/ 1648233 h 4764830"/>
              <a:gd name="connsiteX51" fmla="*/ 4413600 w 4413600"/>
              <a:gd name="connsiteY51" fmla="*/ 1670002 h 4764830"/>
              <a:gd name="connsiteX52" fmla="*/ 4413600 w 4413600"/>
              <a:gd name="connsiteY52" fmla="*/ 1772628 h 4764830"/>
              <a:gd name="connsiteX53" fmla="*/ 4413600 w 4413600"/>
              <a:gd name="connsiteY53" fmla="*/ 1872144 h 4764830"/>
              <a:gd name="connsiteX54" fmla="*/ 4413600 w 4413600"/>
              <a:gd name="connsiteY54" fmla="*/ 1906353 h 4764830"/>
              <a:gd name="connsiteX55" fmla="*/ 4413600 w 4413600"/>
              <a:gd name="connsiteY55" fmla="*/ 2015198 h 4764830"/>
              <a:gd name="connsiteX56" fmla="*/ 4413600 w 4413600"/>
              <a:gd name="connsiteY56" fmla="*/ 2117824 h 4764830"/>
              <a:gd name="connsiteX57" fmla="*/ 4413600 w 4413600"/>
              <a:gd name="connsiteY57" fmla="*/ 2167582 h 4764830"/>
              <a:gd name="connsiteX58" fmla="*/ 4413600 w 4413600"/>
              <a:gd name="connsiteY58" fmla="*/ 2276428 h 4764830"/>
              <a:gd name="connsiteX59" fmla="*/ 4413600 w 4413600"/>
              <a:gd name="connsiteY59" fmla="*/ 2382163 h 4764830"/>
              <a:gd name="connsiteX60" fmla="*/ 4413600 w 4413600"/>
              <a:gd name="connsiteY60" fmla="*/ 2450580 h 4764830"/>
              <a:gd name="connsiteX61" fmla="*/ 4413600 w 4413600"/>
              <a:gd name="connsiteY61" fmla="*/ 2562535 h 4764830"/>
              <a:gd name="connsiteX62" fmla="*/ 4413600 w 4413600"/>
              <a:gd name="connsiteY62" fmla="*/ 2665161 h 4764830"/>
              <a:gd name="connsiteX63" fmla="*/ 4413600 w 4413600"/>
              <a:gd name="connsiteY63" fmla="*/ 2755348 h 4764830"/>
              <a:gd name="connsiteX64" fmla="*/ 4413600 w 4413600"/>
              <a:gd name="connsiteY64" fmla="*/ 2867304 h 4764830"/>
              <a:gd name="connsiteX65" fmla="*/ 4413600 w 4413600"/>
              <a:gd name="connsiteY65" fmla="*/ 2973039 h 4764830"/>
              <a:gd name="connsiteX66" fmla="*/ 4413600 w 4413600"/>
              <a:gd name="connsiteY66" fmla="*/ 3084994 h 4764830"/>
              <a:gd name="connsiteX67" fmla="*/ 4413600 w 4413600"/>
              <a:gd name="connsiteY67" fmla="*/ 3200059 h 4764830"/>
              <a:gd name="connsiteX68" fmla="*/ 4413600 w 4413600"/>
              <a:gd name="connsiteY68" fmla="*/ 3302685 h 4764830"/>
              <a:gd name="connsiteX69" fmla="*/ 4413600 w 4413600"/>
              <a:gd name="connsiteY69" fmla="*/ 3442630 h 4764830"/>
              <a:gd name="connsiteX70" fmla="*/ 4413600 w 4413600"/>
              <a:gd name="connsiteY70" fmla="*/ 3554585 h 4764830"/>
              <a:gd name="connsiteX71" fmla="*/ 4413600 w 4413600"/>
              <a:gd name="connsiteY71" fmla="*/ 3657211 h 4764830"/>
              <a:gd name="connsiteX72" fmla="*/ 4413600 w 4413600"/>
              <a:gd name="connsiteY72" fmla="*/ 3822034 h 4764830"/>
              <a:gd name="connsiteX73" fmla="*/ 4413600 w 4413600"/>
              <a:gd name="connsiteY73" fmla="*/ 3933990 h 4764830"/>
              <a:gd name="connsiteX74" fmla="*/ 4413600 w 4413600"/>
              <a:gd name="connsiteY74" fmla="*/ 4036615 h 4764830"/>
              <a:gd name="connsiteX75" fmla="*/ 4413600 w 4413600"/>
              <a:gd name="connsiteY75" fmla="*/ 4232538 h 4764830"/>
              <a:gd name="connsiteX76" fmla="*/ 4413600 w 4413600"/>
              <a:gd name="connsiteY76" fmla="*/ 4238757 h 4764830"/>
              <a:gd name="connsiteX77" fmla="*/ 4413600 w 4413600"/>
              <a:gd name="connsiteY77" fmla="*/ 4341383 h 4764830"/>
              <a:gd name="connsiteX78" fmla="*/ 4413600 w 4413600"/>
              <a:gd name="connsiteY78" fmla="*/ 4437789 h 4764830"/>
              <a:gd name="connsiteX79" fmla="*/ 4413600 w 4413600"/>
              <a:gd name="connsiteY79" fmla="*/ 4544041 h 4764830"/>
              <a:gd name="connsiteX80" fmla="*/ 4413600 w 4413600"/>
              <a:gd name="connsiteY80" fmla="*/ 4589782 h 4764830"/>
              <a:gd name="connsiteX81" fmla="*/ 4413600 w 4413600"/>
              <a:gd name="connsiteY81" fmla="*/ 4596392 h 4764830"/>
              <a:gd name="connsiteX82" fmla="*/ 4413600 w 4413600"/>
              <a:gd name="connsiteY82" fmla="*/ 4671029 h 4764830"/>
              <a:gd name="connsiteX83" fmla="*/ 4413600 w 4413600"/>
              <a:gd name="connsiteY83" fmla="*/ 4741864 h 4764830"/>
              <a:gd name="connsiteX84" fmla="*/ 4413600 w 4413600"/>
              <a:gd name="connsiteY84" fmla="*/ 4764830 h 4764830"/>
              <a:gd name="connsiteX85" fmla="*/ 23759 w 4413600"/>
              <a:gd name="connsiteY85" fmla="*/ 4764830 h 4764830"/>
              <a:gd name="connsiteX86" fmla="*/ 22290 w 4413600"/>
              <a:gd name="connsiteY86" fmla="*/ 4745763 h 4764830"/>
              <a:gd name="connsiteX87" fmla="*/ 18689 w 4413600"/>
              <a:gd name="connsiteY87" fmla="*/ 4699018 h 4764830"/>
              <a:gd name="connsiteX88" fmla="*/ 15574 w 4413600"/>
              <a:gd name="connsiteY88" fmla="*/ 4671029 h 4764830"/>
              <a:gd name="connsiteX89" fmla="*/ 15574 w 4413600"/>
              <a:gd name="connsiteY89" fmla="*/ 4667919 h 4764830"/>
              <a:gd name="connsiteX90" fmla="*/ 15574 w 4413600"/>
              <a:gd name="connsiteY90" fmla="*/ 4643040 h 4764830"/>
              <a:gd name="connsiteX91" fmla="*/ 12459 w 4413600"/>
              <a:gd name="connsiteY91" fmla="*/ 4608832 h 4764830"/>
              <a:gd name="connsiteX92" fmla="*/ 12459 w 4413600"/>
              <a:gd name="connsiteY92" fmla="*/ 4605722 h 4764830"/>
              <a:gd name="connsiteX93" fmla="*/ 0 w 4413600"/>
              <a:gd name="connsiteY93" fmla="*/ 4092593 h 4764830"/>
              <a:gd name="connsiteX94" fmla="*/ 3114 w 4413600"/>
              <a:gd name="connsiteY94" fmla="*/ 4027285 h 4764830"/>
              <a:gd name="connsiteX95" fmla="*/ 3114 w 4413600"/>
              <a:gd name="connsiteY95" fmla="*/ 4008627 h 4764830"/>
              <a:gd name="connsiteX96" fmla="*/ 364425 w 4413600"/>
              <a:gd name="connsiteY96" fmla="*/ 1931231 h 4764830"/>
              <a:gd name="connsiteX97" fmla="*/ 1875079 w 4413600"/>
              <a:gd name="connsiteY97" fmla="*/ 0 h 4764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4413600" h="4764830">
                <a:moveTo>
                  <a:pt x="1875079" y="0"/>
                </a:moveTo>
                <a:lnTo>
                  <a:pt x="4413600" y="0"/>
                </a:lnTo>
                <a:cubicBezTo>
                  <a:pt x="4413600" y="0"/>
                  <a:pt x="4413600" y="0"/>
                  <a:pt x="4413600" y="9330"/>
                </a:cubicBezTo>
                <a:cubicBezTo>
                  <a:pt x="4413600" y="9330"/>
                  <a:pt x="4413600" y="9330"/>
                  <a:pt x="4413600" y="27988"/>
                </a:cubicBezTo>
                <a:cubicBezTo>
                  <a:pt x="4413600" y="27988"/>
                  <a:pt x="4413600" y="27988"/>
                  <a:pt x="4413600" y="31099"/>
                </a:cubicBezTo>
                <a:cubicBezTo>
                  <a:pt x="4413600" y="31099"/>
                  <a:pt x="4413600" y="31099"/>
                  <a:pt x="4413600" y="34209"/>
                </a:cubicBezTo>
                <a:cubicBezTo>
                  <a:pt x="4413600" y="34209"/>
                  <a:pt x="4413600" y="34209"/>
                  <a:pt x="4413600" y="68417"/>
                </a:cubicBezTo>
                <a:cubicBezTo>
                  <a:pt x="4413600" y="68417"/>
                  <a:pt x="4413600" y="68417"/>
                  <a:pt x="4413600" y="74636"/>
                </a:cubicBezTo>
                <a:cubicBezTo>
                  <a:pt x="4413600" y="74636"/>
                  <a:pt x="4413600" y="74636"/>
                  <a:pt x="4413600" y="80857"/>
                </a:cubicBezTo>
                <a:cubicBezTo>
                  <a:pt x="4413600" y="80857"/>
                  <a:pt x="4413600" y="80857"/>
                  <a:pt x="4413600" y="99516"/>
                </a:cubicBezTo>
                <a:cubicBezTo>
                  <a:pt x="4413600" y="99516"/>
                  <a:pt x="4413600" y="99516"/>
                  <a:pt x="4413600" y="105735"/>
                </a:cubicBezTo>
                <a:cubicBezTo>
                  <a:pt x="4413600" y="105735"/>
                  <a:pt x="4413600" y="105735"/>
                  <a:pt x="4413600" y="115065"/>
                </a:cubicBezTo>
                <a:cubicBezTo>
                  <a:pt x="4413600" y="115065"/>
                  <a:pt x="4413600" y="115065"/>
                  <a:pt x="4413600" y="133725"/>
                </a:cubicBezTo>
                <a:cubicBezTo>
                  <a:pt x="4413600" y="133725"/>
                  <a:pt x="4413600" y="133725"/>
                  <a:pt x="4413600" y="146164"/>
                </a:cubicBezTo>
                <a:cubicBezTo>
                  <a:pt x="4413600" y="146164"/>
                  <a:pt x="4413600" y="146164"/>
                  <a:pt x="4413600" y="155494"/>
                </a:cubicBezTo>
                <a:cubicBezTo>
                  <a:pt x="4413600" y="155494"/>
                  <a:pt x="4413600" y="155494"/>
                  <a:pt x="4413600" y="180373"/>
                </a:cubicBezTo>
                <a:cubicBezTo>
                  <a:pt x="4413600" y="180373"/>
                  <a:pt x="4413600" y="180373"/>
                  <a:pt x="4413600" y="192812"/>
                </a:cubicBezTo>
                <a:cubicBezTo>
                  <a:pt x="4413600" y="192812"/>
                  <a:pt x="4413600" y="192812"/>
                  <a:pt x="4413600" y="208361"/>
                </a:cubicBezTo>
                <a:cubicBezTo>
                  <a:pt x="4413600" y="208361"/>
                  <a:pt x="4413600" y="208361"/>
                  <a:pt x="4413600" y="233241"/>
                </a:cubicBezTo>
                <a:cubicBezTo>
                  <a:pt x="4413600" y="233241"/>
                  <a:pt x="4413600" y="233241"/>
                  <a:pt x="4413600" y="251899"/>
                </a:cubicBezTo>
                <a:cubicBezTo>
                  <a:pt x="4413600" y="251899"/>
                  <a:pt x="4413600" y="251899"/>
                  <a:pt x="4413600" y="270559"/>
                </a:cubicBezTo>
                <a:cubicBezTo>
                  <a:pt x="4413600" y="270559"/>
                  <a:pt x="4413600" y="270559"/>
                  <a:pt x="4413600" y="298547"/>
                </a:cubicBezTo>
                <a:cubicBezTo>
                  <a:pt x="4413600" y="298547"/>
                  <a:pt x="4413600" y="298547"/>
                  <a:pt x="4413600" y="320316"/>
                </a:cubicBezTo>
                <a:cubicBezTo>
                  <a:pt x="4413600" y="320316"/>
                  <a:pt x="4413600" y="320316"/>
                  <a:pt x="4413600" y="345196"/>
                </a:cubicBezTo>
                <a:cubicBezTo>
                  <a:pt x="4413600" y="345196"/>
                  <a:pt x="4413600" y="345196"/>
                  <a:pt x="4413600" y="370075"/>
                </a:cubicBezTo>
                <a:cubicBezTo>
                  <a:pt x="4413600" y="370075"/>
                  <a:pt x="4413600" y="370075"/>
                  <a:pt x="4413600" y="398063"/>
                </a:cubicBezTo>
                <a:cubicBezTo>
                  <a:pt x="4413600" y="398063"/>
                  <a:pt x="4413600" y="398063"/>
                  <a:pt x="4413600" y="401174"/>
                </a:cubicBezTo>
                <a:cubicBezTo>
                  <a:pt x="4413600" y="401174"/>
                  <a:pt x="4413600" y="401174"/>
                  <a:pt x="4413600" y="429162"/>
                </a:cubicBezTo>
                <a:cubicBezTo>
                  <a:pt x="4413600" y="429162"/>
                  <a:pt x="4413600" y="429162"/>
                  <a:pt x="4413600" y="457152"/>
                </a:cubicBezTo>
                <a:cubicBezTo>
                  <a:pt x="4413600" y="457152"/>
                  <a:pt x="4413600" y="457152"/>
                  <a:pt x="4413600" y="491360"/>
                </a:cubicBezTo>
                <a:cubicBezTo>
                  <a:pt x="4413600" y="491360"/>
                  <a:pt x="4413600" y="491360"/>
                  <a:pt x="4413600" y="528678"/>
                </a:cubicBezTo>
                <a:cubicBezTo>
                  <a:pt x="4413600" y="528678"/>
                  <a:pt x="4413600" y="528678"/>
                  <a:pt x="4413600" y="553557"/>
                </a:cubicBezTo>
                <a:cubicBezTo>
                  <a:pt x="4413600" y="553557"/>
                  <a:pt x="4413600" y="553557"/>
                  <a:pt x="4413600" y="597095"/>
                </a:cubicBezTo>
                <a:cubicBezTo>
                  <a:pt x="4413600" y="597095"/>
                  <a:pt x="4413600" y="597095"/>
                  <a:pt x="4413600" y="640634"/>
                </a:cubicBezTo>
                <a:cubicBezTo>
                  <a:pt x="4413600" y="640634"/>
                  <a:pt x="4413600" y="640634"/>
                  <a:pt x="4413600" y="665512"/>
                </a:cubicBezTo>
                <a:cubicBezTo>
                  <a:pt x="4413600" y="665512"/>
                  <a:pt x="4413600" y="665512"/>
                  <a:pt x="4413600" y="715271"/>
                </a:cubicBezTo>
                <a:cubicBezTo>
                  <a:pt x="4413600" y="715271"/>
                  <a:pt x="4413600" y="715271"/>
                  <a:pt x="4413600" y="771249"/>
                </a:cubicBezTo>
                <a:cubicBezTo>
                  <a:pt x="4413600" y="771249"/>
                  <a:pt x="4413600" y="771249"/>
                  <a:pt x="4413600" y="789907"/>
                </a:cubicBezTo>
                <a:cubicBezTo>
                  <a:pt x="4413600" y="789907"/>
                  <a:pt x="4413600" y="789907"/>
                  <a:pt x="4413600" y="848995"/>
                </a:cubicBezTo>
                <a:cubicBezTo>
                  <a:pt x="4413600" y="848995"/>
                  <a:pt x="4413600" y="848995"/>
                  <a:pt x="4413600" y="914303"/>
                </a:cubicBezTo>
                <a:cubicBezTo>
                  <a:pt x="4413600" y="914303"/>
                  <a:pt x="4413600" y="914303"/>
                  <a:pt x="4413600" y="929852"/>
                </a:cubicBezTo>
                <a:cubicBezTo>
                  <a:pt x="4413600" y="929852"/>
                  <a:pt x="4413600" y="929852"/>
                  <a:pt x="4413600" y="998269"/>
                </a:cubicBezTo>
                <a:cubicBezTo>
                  <a:pt x="4413600" y="998269"/>
                  <a:pt x="4413600" y="998269"/>
                  <a:pt x="4413600" y="1076016"/>
                </a:cubicBezTo>
                <a:cubicBezTo>
                  <a:pt x="4413600" y="1076016"/>
                  <a:pt x="4413600" y="1076016"/>
                  <a:pt x="4413600" y="1082236"/>
                </a:cubicBezTo>
                <a:cubicBezTo>
                  <a:pt x="4413600" y="1082236"/>
                  <a:pt x="4413600" y="1082236"/>
                  <a:pt x="4413600" y="1166202"/>
                </a:cubicBezTo>
                <a:cubicBezTo>
                  <a:pt x="4413600" y="1166202"/>
                  <a:pt x="4413600" y="1166202"/>
                  <a:pt x="4413600" y="1253279"/>
                </a:cubicBezTo>
                <a:cubicBezTo>
                  <a:pt x="4413600" y="1253279"/>
                  <a:pt x="4413600" y="1253279"/>
                  <a:pt x="4413600" y="1349685"/>
                </a:cubicBezTo>
                <a:cubicBezTo>
                  <a:pt x="4413600" y="1349685"/>
                  <a:pt x="4413600" y="1349685"/>
                  <a:pt x="4413600" y="1442981"/>
                </a:cubicBezTo>
                <a:cubicBezTo>
                  <a:pt x="4413600" y="1442981"/>
                  <a:pt x="4413600" y="1442981"/>
                  <a:pt x="4413600" y="1452311"/>
                </a:cubicBezTo>
                <a:cubicBezTo>
                  <a:pt x="4413600" y="1452311"/>
                  <a:pt x="4413600" y="1452311"/>
                  <a:pt x="4413600" y="1551827"/>
                </a:cubicBezTo>
                <a:cubicBezTo>
                  <a:pt x="4413600" y="1551827"/>
                  <a:pt x="4413600" y="1551827"/>
                  <a:pt x="4413600" y="1648233"/>
                </a:cubicBezTo>
                <a:cubicBezTo>
                  <a:pt x="4413600" y="1648233"/>
                  <a:pt x="4413600" y="1648233"/>
                  <a:pt x="4413600" y="1670002"/>
                </a:cubicBezTo>
                <a:cubicBezTo>
                  <a:pt x="4413600" y="1670002"/>
                  <a:pt x="4413600" y="1670002"/>
                  <a:pt x="4413600" y="1772628"/>
                </a:cubicBezTo>
                <a:cubicBezTo>
                  <a:pt x="4413600" y="1772628"/>
                  <a:pt x="4413600" y="1772628"/>
                  <a:pt x="4413600" y="1872144"/>
                </a:cubicBezTo>
                <a:cubicBezTo>
                  <a:pt x="4413600" y="1872144"/>
                  <a:pt x="4413600" y="1872144"/>
                  <a:pt x="4413600" y="1906353"/>
                </a:cubicBezTo>
                <a:cubicBezTo>
                  <a:pt x="4413600" y="1906353"/>
                  <a:pt x="4413600" y="1906353"/>
                  <a:pt x="4413600" y="2015198"/>
                </a:cubicBezTo>
                <a:cubicBezTo>
                  <a:pt x="4413600" y="2015198"/>
                  <a:pt x="4413600" y="2015198"/>
                  <a:pt x="4413600" y="2117824"/>
                </a:cubicBezTo>
                <a:cubicBezTo>
                  <a:pt x="4413600" y="2117824"/>
                  <a:pt x="4413600" y="2117824"/>
                  <a:pt x="4413600" y="2167582"/>
                </a:cubicBezTo>
                <a:cubicBezTo>
                  <a:pt x="4413600" y="2167582"/>
                  <a:pt x="4413600" y="2167582"/>
                  <a:pt x="4413600" y="2276428"/>
                </a:cubicBezTo>
                <a:cubicBezTo>
                  <a:pt x="4413600" y="2276428"/>
                  <a:pt x="4413600" y="2276428"/>
                  <a:pt x="4413600" y="2382163"/>
                </a:cubicBezTo>
                <a:cubicBezTo>
                  <a:pt x="4413600" y="2382163"/>
                  <a:pt x="4413600" y="2382163"/>
                  <a:pt x="4413600" y="2450580"/>
                </a:cubicBezTo>
                <a:cubicBezTo>
                  <a:pt x="4413600" y="2450580"/>
                  <a:pt x="4413600" y="2450580"/>
                  <a:pt x="4413600" y="2562535"/>
                </a:cubicBezTo>
                <a:cubicBezTo>
                  <a:pt x="4413600" y="2562535"/>
                  <a:pt x="4413600" y="2562535"/>
                  <a:pt x="4413600" y="2665161"/>
                </a:cubicBezTo>
                <a:cubicBezTo>
                  <a:pt x="4413600" y="2665161"/>
                  <a:pt x="4413600" y="2665161"/>
                  <a:pt x="4413600" y="2755348"/>
                </a:cubicBezTo>
                <a:cubicBezTo>
                  <a:pt x="4413600" y="2755348"/>
                  <a:pt x="4413600" y="2755348"/>
                  <a:pt x="4413600" y="2867304"/>
                </a:cubicBezTo>
                <a:cubicBezTo>
                  <a:pt x="4413600" y="2867304"/>
                  <a:pt x="4413600" y="2867304"/>
                  <a:pt x="4413600" y="2973039"/>
                </a:cubicBezTo>
                <a:cubicBezTo>
                  <a:pt x="4413600" y="2973039"/>
                  <a:pt x="4413600" y="2973039"/>
                  <a:pt x="4413600" y="3084994"/>
                </a:cubicBezTo>
                <a:cubicBezTo>
                  <a:pt x="4413600" y="3084994"/>
                  <a:pt x="4413600" y="3084994"/>
                  <a:pt x="4413600" y="3200059"/>
                </a:cubicBezTo>
                <a:cubicBezTo>
                  <a:pt x="4413600" y="3200059"/>
                  <a:pt x="4413600" y="3200059"/>
                  <a:pt x="4413600" y="3302685"/>
                </a:cubicBezTo>
                <a:cubicBezTo>
                  <a:pt x="4413600" y="3302685"/>
                  <a:pt x="4413600" y="3302685"/>
                  <a:pt x="4413600" y="3442630"/>
                </a:cubicBezTo>
                <a:cubicBezTo>
                  <a:pt x="4413600" y="3442630"/>
                  <a:pt x="4413600" y="3442630"/>
                  <a:pt x="4413600" y="3554585"/>
                </a:cubicBezTo>
                <a:cubicBezTo>
                  <a:pt x="4413600" y="3554585"/>
                  <a:pt x="4413600" y="3554585"/>
                  <a:pt x="4413600" y="3657211"/>
                </a:cubicBezTo>
                <a:cubicBezTo>
                  <a:pt x="4413600" y="3657211"/>
                  <a:pt x="4413600" y="3657211"/>
                  <a:pt x="4413600" y="3822034"/>
                </a:cubicBezTo>
                <a:cubicBezTo>
                  <a:pt x="4413600" y="3822034"/>
                  <a:pt x="4413600" y="3822034"/>
                  <a:pt x="4413600" y="3933990"/>
                </a:cubicBezTo>
                <a:cubicBezTo>
                  <a:pt x="4413600" y="3933990"/>
                  <a:pt x="4413600" y="3933990"/>
                  <a:pt x="4413600" y="4036615"/>
                </a:cubicBezTo>
                <a:cubicBezTo>
                  <a:pt x="4413600" y="4036615"/>
                  <a:pt x="4413600" y="4036615"/>
                  <a:pt x="4413600" y="4232538"/>
                </a:cubicBezTo>
                <a:cubicBezTo>
                  <a:pt x="4413600" y="4232538"/>
                  <a:pt x="4413600" y="4232538"/>
                  <a:pt x="4413600" y="4238757"/>
                </a:cubicBezTo>
                <a:cubicBezTo>
                  <a:pt x="4413600" y="4238757"/>
                  <a:pt x="4413600" y="4238757"/>
                  <a:pt x="4413600" y="4341383"/>
                </a:cubicBezTo>
                <a:cubicBezTo>
                  <a:pt x="4413600" y="4341383"/>
                  <a:pt x="4413600" y="4341383"/>
                  <a:pt x="4413600" y="4437789"/>
                </a:cubicBezTo>
                <a:cubicBezTo>
                  <a:pt x="4413600" y="4437789"/>
                  <a:pt x="4413600" y="4437789"/>
                  <a:pt x="4413600" y="4544041"/>
                </a:cubicBezTo>
                <a:lnTo>
                  <a:pt x="4413600" y="4589782"/>
                </a:lnTo>
                <a:lnTo>
                  <a:pt x="4413600" y="4596392"/>
                </a:lnTo>
                <a:cubicBezTo>
                  <a:pt x="4413600" y="4596392"/>
                  <a:pt x="4413600" y="4596392"/>
                  <a:pt x="4413600" y="4671029"/>
                </a:cubicBezTo>
                <a:cubicBezTo>
                  <a:pt x="4413600" y="4671029"/>
                  <a:pt x="4413600" y="4671029"/>
                  <a:pt x="4413600" y="4741864"/>
                </a:cubicBezTo>
                <a:lnTo>
                  <a:pt x="4413600" y="4764830"/>
                </a:lnTo>
                <a:lnTo>
                  <a:pt x="23759" y="4764830"/>
                </a:lnTo>
                <a:lnTo>
                  <a:pt x="22290" y="4745763"/>
                </a:lnTo>
                <a:cubicBezTo>
                  <a:pt x="21415" y="4734392"/>
                  <a:pt x="20247" y="4719232"/>
                  <a:pt x="18689" y="4699018"/>
                </a:cubicBezTo>
                <a:cubicBezTo>
                  <a:pt x="18689" y="4689688"/>
                  <a:pt x="18689" y="4680359"/>
                  <a:pt x="15574" y="4671029"/>
                </a:cubicBezTo>
                <a:cubicBezTo>
                  <a:pt x="15574" y="4667919"/>
                  <a:pt x="15574" y="4667919"/>
                  <a:pt x="15574" y="4667919"/>
                </a:cubicBezTo>
                <a:cubicBezTo>
                  <a:pt x="15574" y="4658590"/>
                  <a:pt x="15574" y="4649260"/>
                  <a:pt x="15574" y="4643040"/>
                </a:cubicBezTo>
                <a:cubicBezTo>
                  <a:pt x="15574" y="4630601"/>
                  <a:pt x="12459" y="4618162"/>
                  <a:pt x="12459" y="4608832"/>
                </a:cubicBezTo>
                <a:cubicBezTo>
                  <a:pt x="12459" y="4605722"/>
                  <a:pt x="12459" y="4605722"/>
                  <a:pt x="12459" y="4605722"/>
                </a:cubicBezTo>
                <a:cubicBezTo>
                  <a:pt x="3114" y="4456449"/>
                  <a:pt x="0" y="4282295"/>
                  <a:pt x="0" y="4092593"/>
                </a:cubicBezTo>
                <a:cubicBezTo>
                  <a:pt x="0" y="4092593"/>
                  <a:pt x="0" y="4092593"/>
                  <a:pt x="3114" y="4027285"/>
                </a:cubicBezTo>
                <a:cubicBezTo>
                  <a:pt x="3114" y="4027285"/>
                  <a:pt x="3114" y="4027285"/>
                  <a:pt x="3114" y="4008627"/>
                </a:cubicBezTo>
                <a:cubicBezTo>
                  <a:pt x="12459" y="3405311"/>
                  <a:pt x="96557" y="2640282"/>
                  <a:pt x="364425" y="1931231"/>
                </a:cubicBezTo>
                <a:cubicBezTo>
                  <a:pt x="981146" y="292328"/>
                  <a:pt x="1875079" y="0"/>
                  <a:pt x="1875079" y="0"/>
                </a:cubicBezTo>
                <a:close/>
              </a:path>
            </a:pathLst>
          </a:custGeom>
          <a:solidFill>
            <a:srgbClr val="999A9A"/>
          </a:solidFill>
          <a:ln>
            <a:noFill/>
          </a:ln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Place picture</a:t>
            </a:r>
          </a:p>
        </p:txBody>
      </p:sp>
      <p:sp>
        <p:nvSpPr>
          <p:cNvPr id="27" name="Logo">
            <a:extLst>
              <a:ext uri="{FF2B5EF4-FFF2-40B4-BE49-F238E27FC236}">
                <a16:creationId xmlns:a16="http://schemas.microsoft.com/office/drawing/2014/main" id="{CCC8F0BF-75D4-436C-BE6B-23D4C0A2E8AC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064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icons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263C72F4-2BF1-4FFD-B2B3-8FF459208B41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29" name="INFOboxL">
              <a:extLst>
                <a:ext uri="{FF2B5EF4-FFF2-40B4-BE49-F238E27FC236}">
                  <a16:creationId xmlns:a16="http://schemas.microsoft.com/office/drawing/2014/main" id="{DF5DA0E7-B1E1-4C81-A4E2-8A71D7D0686F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30" name="INFOboxR">
              <a:extLst>
                <a:ext uri="{FF2B5EF4-FFF2-40B4-BE49-F238E27FC236}">
                  <a16:creationId xmlns:a16="http://schemas.microsoft.com/office/drawing/2014/main" id="{98CAC9EE-0473-408A-9751-4D98B1A66DB3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2" name="Object 3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32" name="Object 3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2D56E85-5630-4B1B-9D16-B1A294837CD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00048" y="372917"/>
            <a:ext cx="8348665" cy="2541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1" name="Text Placeholder 15">
            <a:extLst>
              <a:ext uri="{FF2B5EF4-FFF2-40B4-BE49-F238E27FC236}">
                <a16:creationId xmlns:a16="http://schemas.microsoft.com/office/drawing/2014/main" id="{3CBFB45D-A9CE-47F3-AE9B-2A0BF2E41A7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00276" y="987425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10">
            <a:extLst>
              <a:ext uri="{FF2B5EF4-FFF2-40B4-BE49-F238E27FC236}">
                <a16:creationId xmlns:a16="http://schemas.microsoft.com/office/drawing/2014/main" id="{5DED4B7F-38A5-417C-97D8-2BD737B9FCB9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82928" y="1042001"/>
            <a:ext cx="457200" cy="457200"/>
          </a:xfr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84" name="Text Placeholder 15">
            <a:extLst>
              <a:ext uri="{FF2B5EF4-FFF2-40B4-BE49-F238E27FC236}">
                <a16:creationId xmlns:a16="http://schemas.microsoft.com/office/drawing/2014/main" id="{6F1C3481-38AF-494C-8639-C71255EDDBF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00276" y="3842136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Picture Placeholder 10">
            <a:extLst>
              <a:ext uri="{FF2B5EF4-FFF2-40B4-BE49-F238E27FC236}">
                <a16:creationId xmlns:a16="http://schemas.microsoft.com/office/drawing/2014/main" id="{3166068E-0010-4F4B-812F-D143EFF5E3E0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82928" y="3896712"/>
            <a:ext cx="457200" cy="457200"/>
          </a:xfr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86" name="Text Placeholder 15">
            <a:extLst>
              <a:ext uri="{FF2B5EF4-FFF2-40B4-BE49-F238E27FC236}">
                <a16:creationId xmlns:a16="http://schemas.microsoft.com/office/drawing/2014/main" id="{72D7A4C4-0885-4CF5-9CF2-1F2598EA277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00276" y="3128459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Picture Placeholder 10">
            <a:extLst>
              <a:ext uri="{FF2B5EF4-FFF2-40B4-BE49-F238E27FC236}">
                <a16:creationId xmlns:a16="http://schemas.microsoft.com/office/drawing/2014/main" id="{8D588944-BBC5-4F63-ACF9-667F63F7AC03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582928" y="3183035"/>
            <a:ext cx="457200" cy="457200"/>
          </a:xfr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88" name="Text Placeholder 15">
            <a:extLst>
              <a:ext uri="{FF2B5EF4-FFF2-40B4-BE49-F238E27FC236}">
                <a16:creationId xmlns:a16="http://schemas.microsoft.com/office/drawing/2014/main" id="{2E408770-3B4F-4601-9B70-50641B55963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00276" y="2414781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Picture Placeholder 10">
            <a:extLst>
              <a:ext uri="{FF2B5EF4-FFF2-40B4-BE49-F238E27FC236}">
                <a16:creationId xmlns:a16="http://schemas.microsoft.com/office/drawing/2014/main" id="{1F148FC3-610D-4E2A-990E-8A14C46267BA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582928" y="2469357"/>
            <a:ext cx="457200" cy="457200"/>
          </a:xfr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D53A51A-B9D8-4D88-8478-FD05C43EF48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00276" y="1701103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Picture Placeholder 10">
            <a:extLst>
              <a:ext uri="{FF2B5EF4-FFF2-40B4-BE49-F238E27FC236}">
                <a16:creationId xmlns:a16="http://schemas.microsoft.com/office/drawing/2014/main" id="{F8EA75D9-EB55-411C-8A61-5D5DC4EA8727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582928" y="1755679"/>
            <a:ext cx="457200" cy="457200"/>
          </a:xfr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4C7AAFB-9080-D843-9D62-D196BEE0E2E0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43F5FE2-FF32-DB4D-9118-48A0D95228C6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18B75B9-2CFF-6241-8678-7AD7860FFDBF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5D9E1192-1DE7-2E4A-9DE5-A3B6A9C1DE4A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66249BF-B917-FD45-AA93-EF54F8273B27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B313C65-147B-4C30-AA8E-8E9DC69D6E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10000"/>
            <a:ext cx="8348664" cy="360000"/>
          </a:xfrm>
        </p:spPr>
        <p:txBody>
          <a:bodyPr anchor="ctr" anchorCtr="0"/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35" name="Footer Placeholder 16">
            <a:extLst>
              <a:ext uri="{FF2B5EF4-FFF2-40B4-BE49-F238E27FC236}">
                <a16:creationId xmlns:a16="http://schemas.microsoft.com/office/drawing/2014/main" id="{638929F5-3AE1-4E3D-A458-BA74E336037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8" y="4765500"/>
            <a:ext cx="4032000" cy="378000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2" name="Slide Number Placeholder 17">
            <a:extLst>
              <a:ext uri="{FF2B5EF4-FFF2-40B4-BE49-F238E27FC236}">
                <a16:creationId xmlns:a16="http://schemas.microsoft.com/office/drawing/2014/main" id="{BFE8AF0F-B351-4AB6-A13E-9CC45BFD4BB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5288" cy="378000"/>
          </a:xfrm>
        </p:spPr>
        <p:txBody>
          <a:bodyPr/>
          <a:lstStyle>
            <a:lvl1pPr algn="ctr"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06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AC264065-D924-46E7-881C-20BC64BF50C1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24" name="INFOboxL">
              <a:extLst>
                <a:ext uri="{FF2B5EF4-FFF2-40B4-BE49-F238E27FC236}">
                  <a16:creationId xmlns:a16="http://schemas.microsoft.com/office/drawing/2014/main" id="{C335B836-059E-49AB-9E15-4A2DCDE1FD8E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25" name="INFOboxR">
              <a:extLst>
                <a:ext uri="{FF2B5EF4-FFF2-40B4-BE49-F238E27FC236}">
                  <a16:creationId xmlns:a16="http://schemas.microsoft.com/office/drawing/2014/main" id="{6FC69661-0A59-4C82-AE26-5460575121C9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6BA7F31-2D8B-4E82-A873-753D3346C1B4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32" name="Object 3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32" name="Object 3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366912E-51E9-9748-B7E0-F8969A29EDC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00276" y="987425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C7C6C007-6DD4-3944-B1F4-04AB8DC3FBC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00276" y="3837270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D8488F74-ECCB-6946-B9FD-0CB104D7C6D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00276" y="3124808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797CF061-B680-EF4D-97CA-4107D3BA38F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00276" y="2412347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5">
            <a:extLst>
              <a:ext uri="{FF2B5EF4-FFF2-40B4-BE49-F238E27FC236}">
                <a16:creationId xmlns:a16="http://schemas.microsoft.com/office/drawing/2014/main" id="{E625F1C1-E049-DF44-85D3-E2C02050A36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00276" y="1699886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F0ACEFE-1A56-F848-834E-FACDDA841934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549F8FA1-453F-FC49-9E96-C7EBEBEFD106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D84A57A9-0A83-4749-A6BE-708C48343CFF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54836CB2-3597-B744-8290-9D4587DCE3DA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AC80E1F-1292-3F4B-A361-7F7A949AAA62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67" name="Title Placeholder 1">
            <a:extLst>
              <a:ext uri="{FF2B5EF4-FFF2-40B4-BE49-F238E27FC236}">
                <a16:creationId xmlns:a16="http://schemas.microsoft.com/office/drawing/2014/main" id="{C607C946-9CA0-794C-B8EE-C1E83571C4C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BD3DA0A-8A05-4975-96A1-6CBF4EEE22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8" y="4410000"/>
            <a:ext cx="8343675" cy="360000"/>
          </a:xfrm>
        </p:spPr>
        <p:txBody>
          <a:bodyPr anchor="ctr" anchorCtr="0"/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28" name="Footer Placeholder 16">
            <a:extLst>
              <a:ext uri="{FF2B5EF4-FFF2-40B4-BE49-F238E27FC236}">
                <a16:creationId xmlns:a16="http://schemas.microsoft.com/office/drawing/2014/main" id="{252D2CD5-35A1-4581-97E6-8E4B2370345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8" y="4765500"/>
            <a:ext cx="4032000" cy="378000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9" name="Slide Number Placeholder 17">
            <a:extLst>
              <a:ext uri="{FF2B5EF4-FFF2-40B4-BE49-F238E27FC236}">
                <a16:creationId xmlns:a16="http://schemas.microsoft.com/office/drawing/2014/main" id="{9FD0EFE4-B6B0-4126-80EA-0D936EFDF96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5288" cy="378000"/>
          </a:xfrm>
        </p:spPr>
        <p:txBody>
          <a:bodyPr/>
          <a:lstStyle>
            <a:lvl1pPr algn="ctr"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586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icons (two column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943E8894-345E-48F2-B03C-1724E4240B98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39" name="INFOboxL">
              <a:extLst>
                <a:ext uri="{FF2B5EF4-FFF2-40B4-BE49-F238E27FC236}">
                  <a16:creationId xmlns:a16="http://schemas.microsoft.com/office/drawing/2014/main" id="{5B18FD8C-5D07-48E2-B756-19F51A421FAB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40" name="INFOboxR">
              <a:extLst>
                <a:ext uri="{FF2B5EF4-FFF2-40B4-BE49-F238E27FC236}">
                  <a16:creationId xmlns:a16="http://schemas.microsoft.com/office/drawing/2014/main" id="{5F13D07B-72A1-4AE4-849C-0BC9D5FFF96C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FE6A44A4-038D-4093-8F90-9E060408874E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32" name="Object 3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32" name="Object 3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Text Placeholder 15">
            <a:extLst>
              <a:ext uri="{FF2B5EF4-FFF2-40B4-BE49-F238E27FC236}">
                <a16:creationId xmlns:a16="http://schemas.microsoft.com/office/drawing/2014/main" id="{1B982C64-3C38-439A-AD7B-1F5D535CBBB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00276" y="987425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Picture Placeholder 10">
            <a:extLst>
              <a:ext uri="{FF2B5EF4-FFF2-40B4-BE49-F238E27FC236}">
                <a16:creationId xmlns:a16="http://schemas.microsoft.com/office/drawing/2014/main" id="{6EC6FBA8-D480-41D5-9871-B2A8174D4E4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82928" y="1042001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82" name="Text Placeholder 15">
            <a:extLst>
              <a:ext uri="{FF2B5EF4-FFF2-40B4-BE49-F238E27FC236}">
                <a16:creationId xmlns:a16="http://schemas.microsoft.com/office/drawing/2014/main" id="{D78038D7-9A0D-4C6A-BA7A-EDAA9A5F634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00276" y="3837270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Picture Placeholder 10">
            <a:extLst>
              <a:ext uri="{FF2B5EF4-FFF2-40B4-BE49-F238E27FC236}">
                <a16:creationId xmlns:a16="http://schemas.microsoft.com/office/drawing/2014/main" id="{8E2E363C-A803-4694-9402-9EE66A223CF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82928" y="3891846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84" name="Text Placeholder 15">
            <a:extLst>
              <a:ext uri="{FF2B5EF4-FFF2-40B4-BE49-F238E27FC236}">
                <a16:creationId xmlns:a16="http://schemas.microsoft.com/office/drawing/2014/main" id="{574E7CEC-EF84-4772-AF02-619C09D2581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00276" y="3124808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Picture Placeholder 10">
            <a:extLst>
              <a:ext uri="{FF2B5EF4-FFF2-40B4-BE49-F238E27FC236}">
                <a16:creationId xmlns:a16="http://schemas.microsoft.com/office/drawing/2014/main" id="{70B90976-D89C-4068-9968-3E732CA6BD94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582928" y="3179384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86" name="Text Placeholder 15">
            <a:extLst>
              <a:ext uri="{FF2B5EF4-FFF2-40B4-BE49-F238E27FC236}">
                <a16:creationId xmlns:a16="http://schemas.microsoft.com/office/drawing/2014/main" id="{24C85D6C-FEDE-44CD-897F-F09466B635B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00276" y="2412347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Picture Placeholder 10">
            <a:extLst>
              <a:ext uri="{FF2B5EF4-FFF2-40B4-BE49-F238E27FC236}">
                <a16:creationId xmlns:a16="http://schemas.microsoft.com/office/drawing/2014/main" id="{FDB69080-CB51-45D8-A735-E1AC27670423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582928" y="2466923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88" name="Text Placeholder 15">
            <a:extLst>
              <a:ext uri="{FF2B5EF4-FFF2-40B4-BE49-F238E27FC236}">
                <a16:creationId xmlns:a16="http://schemas.microsoft.com/office/drawing/2014/main" id="{A5AF37A1-DD7D-40FB-A646-F21D54F407D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00276" y="1699886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Picture Placeholder 10">
            <a:extLst>
              <a:ext uri="{FF2B5EF4-FFF2-40B4-BE49-F238E27FC236}">
                <a16:creationId xmlns:a16="http://schemas.microsoft.com/office/drawing/2014/main" id="{FE4BEEBB-50AE-4D53-B513-834E76514D1B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582928" y="1754462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ABE5AE68-3F4E-4B0B-ACC9-CA95B0CA1321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43437" y="987425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Picture Placeholder 10">
            <a:extLst>
              <a:ext uri="{FF2B5EF4-FFF2-40B4-BE49-F238E27FC236}">
                <a16:creationId xmlns:a16="http://schemas.microsoft.com/office/drawing/2014/main" id="{791B42B8-226A-494B-9F2C-BEFB4C2A6C13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826089" y="1042001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92" name="Text Placeholder 15">
            <a:extLst>
              <a:ext uri="{FF2B5EF4-FFF2-40B4-BE49-F238E27FC236}">
                <a16:creationId xmlns:a16="http://schemas.microsoft.com/office/drawing/2014/main" id="{A6E05A22-166C-47DC-95EA-D78A1DFDD46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643437" y="3837270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Picture Placeholder 10">
            <a:extLst>
              <a:ext uri="{FF2B5EF4-FFF2-40B4-BE49-F238E27FC236}">
                <a16:creationId xmlns:a16="http://schemas.microsoft.com/office/drawing/2014/main" id="{5112D268-E356-4D55-B4B2-C7038999BF55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826089" y="3891846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94" name="Text Placeholder 15">
            <a:extLst>
              <a:ext uri="{FF2B5EF4-FFF2-40B4-BE49-F238E27FC236}">
                <a16:creationId xmlns:a16="http://schemas.microsoft.com/office/drawing/2014/main" id="{59D4B606-0A2D-4979-8906-2C7259315DB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643437" y="3124808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5" name="Picture Placeholder 10">
            <a:extLst>
              <a:ext uri="{FF2B5EF4-FFF2-40B4-BE49-F238E27FC236}">
                <a16:creationId xmlns:a16="http://schemas.microsoft.com/office/drawing/2014/main" id="{2329C3B9-ABB8-47E9-9624-080198A92A6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4826089" y="3179384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106" name="Text Placeholder 15">
            <a:extLst>
              <a:ext uri="{FF2B5EF4-FFF2-40B4-BE49-F238E27FC236}">
                <a16:creationId xmlns:a16="http://schemas.microsoft.com/office/drawing/2014/main" id="{5AFA314C-E182-46FE-AE49-A099666B1A6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643437" y="2412347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7" name="Picture Placeholder 10">
            <a:extLst>
              <a:ext uri="{FF2B5EF4-FFF2-40B4-BE49-F238E27FC236}">
                <a16:creationId xmlns:a16="http://schemas.microsoft.com/office/drawing/2014/main" id="{2D197F5E-9C1D-4212-9321-385D511F2CF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4826089" y="2466923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108" name="Text Placeholder 15">
            <a:extLst>
              <a:ext uri="{FF2B5EF4-FFF2-40B4-BE49-F238E27FC236}">
                <a16:creationId xmlns:a16="http://schemas.microsoft.com/office/drawing/2014/main" id="{394A6808-CE87-4A08-AD06-4436599A4E05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43437" y="1699886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Picture Placeholder 10">
            <a:extLst>
              <a:ext uri="{FF2B5EF4-FFF2-40B4-BE49-F238E27FC236}">
                <a16:creationId xmlns:a16="http://schemas.microsoft.com/office/drawing/2014/main" id="{DBD478DC-EC08-4A7E-A329-210D363C66B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826089" y="1754462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8158A54-020B-AF49-8D7E-D18BF202C03B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C08CC2D-4559-C247-8B07-3CF5A3A93338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21A835A0-983F-1E4B-B25F-CACE7BCE9C8E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DE376B9-7EBF-9D4B-9183-49EC7499D473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1CCC5B2-5BDB-2A4D-9FCC-E6FCBF700DAB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68" name="Title Placeholder 1">
            <a:extLst>
              <a:ext uri="{FF2B5EF4-FFF2-40B4-BE49-F238E27FC236}">
                <a16:creationId xmlns:a16="http://schemas.microsoft.com/office/drawing/2014/main" id="{F52A0155-FCB9-C941-8132-C1590C49702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78128A06-B6DD-4285-B2DF-CB25BB2D92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7"/>
            <a:ext cx="8348664" cy="360000"/>
          </a:xfrm>
        </p:spPr>
        <p:txBody>
          <a:bodyPr anchor="ctr" anchorCtr="0"/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42" name="Footer Placeholder 16">
            <a:extLst>
              <a:ext uri="{FF2B5EF4-FFF2-40B4-BE49-F238E27FC236}">
                <a16:creationId xmlns:a16="http://schemas.microsoft.com/office/drawing/2014/main" id="{984F9C5E-2DB3-4DCB-B150-7B727B8A32F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8" y="4765500"/>
            <a:ext cx="4032000" cy="378000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3" name="Slide Number Placeholder 17">
            <a:extLst>
              <a:ext uri="{FF2B5EF4-FFF2-40B4-BE49-F238E27FC236}">
                <a16:creationId xmlns:a16="http://schemas.microsoft.com/office/drawing/2014/main" id="{5E14351D-A353-4F57-94AE-0A4169F9394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5288" cy="378000"/>
          </a:xfrm>
        </p:spPr>
        <p:txBody>
          <a:bodyPr/>
          <a:lstStyle>
            <a:lvl1pPr algn="ctr"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039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(two column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F699B96D-83D5-4480-9C6C-432E8C32AC8F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29" name="INFOboxL">
              <a:extLst>
                <a:ext uri="{FF2B5EF4-FFF2-40B4-BE49-F238E27FC236}">
                  <a16:creationId xmlns:a16="http://schemas.microsoft.com/office/drawing/2014/main" id="{CE27A229-515C-493E-8113-5A29795C3E4E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30" name="INFOboxR">
              <a:extLst>
                <a:ext uri="{FF2B5EF4-FFF2-40B4-BE49-F238E27FC236}">
                  <a16:creationId xmlns:a16="http://schemas.microsoft.com/office/drawing/2014/main" id="{EE038212-19F0-495A-8955-D88512C7F957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FE6A44A4-038D-4093-8F90-9E060408874E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32" name="Object 3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32" name="Object 3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" name="Group 68">
            <a:extLst>
              <a:ext uri="{FF2B5EF4-FFF2-40B4-BE49-F238E27FC236}">
                <a16:creationId xmlns:a16="http://schemas.microsoft.com/office/drawing/2014/main" id="{E057FA6B-DAE5-5941-AEF8-65365E253FC7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2A2E85B6-9234-5443-AE0F-90A450217F50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8026D90E-9B55-7341-82C0-9182BE927D1D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521EE29B-C0D2-A040-9123-8879A01EF712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DE2F3F8-92B5-0343-923E-003472FFC0BD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87" name="Title Placeholder 1">
            <a:extLst>
              <a:ext uri="{FF2B5EF4-FFF2-40B4-BE49-F238E27FC236}">
                <a16:creationId xmlns:a16="http://schemas.microsoft.com/office/drawing/2014/main" id="{5A641CAD-0716-0A46-8EA0-2D7B739157D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76E4B5DA-3D75-1D42-B832-94B90DF726A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00276" y="987425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5B462F6F-B41F-024C-AE86-1B3041F3A6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00276" y="3837270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5">
            <a:extLst>
              <a:ext uri="{FF2B5EF4-FFF2-40B4-BE49-F238E27FC236}">
                <a16:creationId xmlns:a16="http://schemas.microsoft.com/office/drawing/2014/main" id="{2008DD51-23CE-0F42-9FE0-B0F0EA610FA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00276" y="3124808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0A465CFE-D298-2846-A5B2-045218D16E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00276" y="2412347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5">
            <a:extLst>
              <a:ext uri="{FF2B5EF4-FFF2-40B4-BE49-F238E27FC236}">
                <a16:creationId xmlns:a16="http://schemas.microsoft.com/office/drawing/2014/main" id="{9F7C3FA5-CE53-C049-A73E-C57941D23854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00276" y="1699886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5">
            <a:extLst>
              <a:ext uri="{FF2B5EF4-FFF2-40B4-BE49-F238E27FC236}">
                <a16:creationId xmlns:a16="http://schemas.microsoft.com/office/drawing/2014/main" id="{A9BB07EE-EFD1-D841-A15F-B889A59FBAB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43437" y="987425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55DF07CC-F751-224F-8173-53AC74B579D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643437" y="3837270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5">
            <a:extLst>
              <a:ext uri="{FF2B5EF4-FFF2-40B4-BE49-F238E27FC236}">
                <a16:creationId xmlns:a16="http://schemas.microsoft.com/office/drawing/2014/main" id="{61D133F0-C309-0741-AB2E-A615E13BFB1E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643437" y="3124808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5">
            <a:extLst>
              <a:ext uri="{FF2B5EF4-FFF2-40B4-BE49-F238E27FC236}">
                <a16:creationId xmlns:a16="http://schemas.microsoft.com/office/drawing/2014/main" id="{CD93F75E-0B5F-7D45-B85B-3A32840FB50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643437" y="2412347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5">
            <a:extLst>
              <a:ext uri="{FF2B5EF4-FFF2-40B4-BE49-F238E27FC236}">
                <a16:creationId xmlns:a16="http://schemas.microsoft.com/office/drawing/2014/main" id="{A7DDB46F-3965-6F4A-9FA0-B8AB63DBFA4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43437" y="1699886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C87F6F5E-5896-47A0-B0B5-FA1BB97B843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7"/>
            <a:ext cx="8348664" cy="360000"/>
          </a:xfrm>
        </p:spPr>
        <p:txBody>
          <a:bodyPr anchor="ctr" anchorCtr="0"/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33" name="Footer Placeholder 16">
            <a:extLst>
              <a:ext uri="{FF2B5EF4-FFF2-40B4-BE49-F238E27FC236}">
                <a16:creationId xmlns:a16="http://schemas.microsoft.com/office/drawing/2014/main" id="{C9E2D6B7-161E-43BD-8384-2FC948E5239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8" y="4765500"/>
            <a:ext cx="4032000" cy="378000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4" name="Slide Number Placeholder 17">
            <a:extLst>
              <a:ext uri="{FF2B5EF4-FFF2-40B4-BE49-F238E27FC236}">
                <a16:creationId xmlns:a16="http://schemas.microsoft.com/office/drawing/2014/main" id="{1D7C874D-9334-411A-A86C-25FD5D40251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5288" cy="378000"/>
          </a:xfrm>
        </p:spPr>
        <p:txBody>
          <a:bodyPr/>
          <a:lstStyle>
            <a:lvl1pPr algn="ctr"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088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 background image with icons">
    <p:bg bwMode="gray">
      <p:bgPr>
        <a:solidFill>
          <a:srgbClr val="999A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Footerbar">
            <a:extLst>
              <a:ext uri="{FF2B5EF4-FFF2-40B4-BE49-F238E27FC236}">
                <a16:creationId xmlns:a16="http://schemas.microsoft.com/office/drawing/2014/main" id="{35F74672-2B1C-483D-B943-1D3038002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50554"/>
          <a:stretch/>
        </p:blipFill>
        <p:spPr>
          <a:xfrm>
            <a:off x="0" y="4766723"/>
            <a:ext cx="9144000" cy="376777"/>
          </a:xfrm>
          <a:prstGeom prst="rect">
            <a:avLst/>
          </a:prstGeom>
        </p:spPr>
      </p:pic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47650A46-C7D7-5447-ADB7-D072C01DECC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00276" y="3837270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5FC6EA90-F287-9A47-A6A8-E037ACFD0BB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82928" y="3891846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0BD90A4-DCFA-44A4-994D-A741F93EF1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7"/>
            <a:ext cx="8348664" cy="360000"/>
          </a:xfrm>
        </p:spPr>
        <p:txBody>
          <a:bodyPr anchor="ctr" anchorCtr="0"/>
          <a:lstStyle>
            <a:lvl1pPr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35" name="Footer Placeholder 16">
            <a:extLst>
              <a:ext uri="{FF2B5EF4-FFF2-40B4-BE49-F238E27FC236}">
                <a16:creationId xmlns:a16="http://schemas.microsoft.com/office/drawing/2014/main" id="{2E7E5119-854F-4B30-A3BC-C3518FE301B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276" y="4765500"/>
            <a:ext cx="4032000" cy="378000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2" name="Slide Number Placeholder 17">
            <a:extLst>
              <a:ext uri="{FF2B5EF4-FFF2-40B4-BE49-F238E27FC236}">
                <a16:creationId xmlns:a16="http://schemas.microsoft.com/office/drawing/2014/main" id="{E1727E24-C815-4E2B-A9E6-C6C2834D4B5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5288" cy="378000"/>
          </a:xfrm>
        </p:spPr>
        <p:txBody>
          <a:bodyPr/>
          <a:lstStyle>
            <a:lvl1pPr algn="ctr"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36A3609-EA82-4564-B935-6864136A9938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32" name="Object 3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7" imgH="357" progId="TCLayout.ActiveDocument.1">
                  <p:embed/>
                </p:oleObj>
              </mc:Choice>
              <mc:Fallback>
                <p:oleObj name="think-cell Slide" r:id="rId5" imgW="357" imgH="357" progId="TCLayout.ActiveDocument.1">
                  <p:embed/>
                  <p:pic>
                    <p:nvPicPr>
                      <p:cNvPr id="32" name="Object 3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93F2127B-58E9-4C7B-8DD3-063248C1B168}"/>
              </a:ext>
            </a:extLst>
          </p:cNvPr>
          <p:cNvSpPr/>
          <p:nvPr userDrawn="1"/>
        </p:nvSpPr>
        <p:spPr bwMode="gray">
          <a:xfrm>
            <a:off x="9288780" y="182684"/>
            <a:ext cx="1501140" cy="184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algn="l"/>
            <a:r>
              <a:rPr lang="en-US" sz="900" b="1" dirty="0">
                <a:solidFill>
                  <a:schemeClr val="tx1"/>
                </a:solidFill>
              </a:rPr>
              <a:t>Insert image via</a:t>
            </a:r>
          </a:p>
          <a:p>
            <a:pPr algn="l"/>
            <a:r>
              <a:rPr lang="en-US" sz="900" b="0" dirty="0">
                <a:solidFill>
                  <a:schemeClr val="tx1"/>
                </a:solidFill>
              </a:rPr>
              <a:t>Format Background &gt; Picture</a:t>
            </a:r>
            <a:r>
              <a:rPr lang="en-US" sz="900" b="0" baseline="0" dirty="0">
                <a:solidFill>
                  <a:schemeClr val="tx1"/>
                </a:solidFill>
              </a:rPr>
              <a:t> or texture fill &gt;</a:t>
            </a:r>
          </a:p>
          <a:p>
            <a:pPr algn="l"/>
            <a:r>
              <a:rPr lang="en-US" sz="900" b="0" i="0" baseline="0" dirty="0">
                <a:solidFill>
                  <a:schemeClr val="tx1"/>
                </a:solidFill>
              </a:rPr>
              <a:t>Click “File” to browse to </a:t>
            </a:r>
            <a:r>
              <a:rPr lang="en-US" sz="900" b="0" baseline="0" dirty="0">
                <a:solidFill>
                  <a:schemeClr val="tx1"/>
                </a:solidFill>
              </a:rPr>
              <a:t>your image</a:t>
            </a:r>
          </a:p>
          <a:p>
            <a:pPr algn="l"/>
            <a:r>
              <a:rPr lang="en-US" sz="900" b="0" baseline="0" dirty="0">
                <a:solidFill>
                  <a:schemeClr val="tx1"/>
                </a:solidFill>
              </a:rPr>
              <a:t>Make sure </a:t>
            </a:r>
            <a:r>
              <a:rPr lang="en-US" sz="900" b="0" i="1" baseline="0" dirty="0">
                <a:solidFill>
                  <a:schemeClr val="tx1"/>
                </a:solidFill>
              </a:rPr>
              <a:t>“Tile picture as texture”</a:t>
            </a:r>
            <a:r>
              <a:rPr lang="en-US" sz="900" b="0" baseline="0" dirty="0">
                <a:solidFill>
                  <a:schemeClr val="tx1"/>
                </a:solidFill>
              </a:rPr>
              <a:t>  is ticked</a:t>
            </a:r>
          </a:p>
          <a:p>
            <a:pPr algn="l"/>
            <a:endParaRPr lang="en-US" sz="900" b="0" baseline="0" dirty="0">
              <a:solidFill>
                <a:schemeClr val="tx1"/>
              </a:solidFill>
            </a:endParaRPr>
          </a:p>
          <a:p>
            <a:pPr algn="l"/>
            <a:r>
              <a:rPr lang="en-US" sz="900" b="1" baseline="0" dirty="0">
                <a:solidFill>
                  <a:schemeClr val="tx1"/>
                </a:solidFill>
              </a:rPr>
              <a:t>Note</a:t>
            </a:r>
            <a:br>
              <a:rPr lang="en-US" sz="900" b="0" baseline="0" dirty="0">
                <a:solidFill>
                  <a:schemeClr val="tx1"/>
                </a:solidFill>
              </a:rPr>
            </a:br>
            <a:r>
              <a:rPr lang="en-US" sz="900" b="0" baseline="0" dirty="0">
                <a:solidFill>
                  <a:schemeClr val="tx1"/>
                </a:solidFill>
              </a:rPr>
              <a:t>Background image needs to be inserted again in copied slides. </a:t>
            </a:r>
            <a:endParaRPr lang="en-US" sz="900" b="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5C1EB9-7629-4AE6-90D3-DA891C6F56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440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50000"/>
                </a:schemeClr>
              </a:gs>
            </a:gsLst>
            <a:lin ang="16200000" scaled="1"/>
          </a:gradFill>
        </p:spPr>
        <p:txBody>
          <a:bodyPr lIns="396000" tIns="3600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BEE4D23-6C25-A34E-9264-F17283B8F2FE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AC412A7-FA59-6847-8AAA-5CC4F5C6CED8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9E18476A-85FD-7F4E-8F74-3ACDD96935E2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80319759-32D8-0C41-8BB9-9B3643B17BED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1E97992-C317-884F-AD82-9F74B7A5DDE5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92742D0B-7181-474C-9D5F-BFBB6442F9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00276" y="987425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10">
            <a:extLst>
              <a:ext uri="{FF2B5EF4-FFF2-40B4-BE49-F238E27FC236}">
                <a16:creationId xmlns:a16="http://schemas.microsoft.com/office/drawing/2014/main" id="{ED15A875-2055-8344-AB7F-4234A2BC9B74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82928" y="1042001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2A4CD012-F735-904F-B67C-4B5D7CE1A9F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00276" y="3124808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Picture Placeholder 10">
            <a:extLst>
              <a:ext uri="{FF2B5EF4-FFF2-40B4-BE49-F238E27FC236}">
                <a16:creationId xmlns:a16="http://schemas.microsoft.com/office/drawing/2014/main" id="{91FA7E59-E5DA-A041-BA80-553E99597E8B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582928" y="3179384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4FB1597A-AFB0-3743-8112-274413F803A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00276" y="2412347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Picture Placeholder 10">
            <a:extLst>
              <a:ext uri="{FF2B5EF4-FFF2-40B4-BE49-F238E27FC236}">
                <a16:creationId xmlns:a16="http://schemas.microsoft.com/office/drawing/2014/main" id="{AD1CD0C2-1B2F-8D4C-A933-930AD2F75C63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582928" y="2466923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47" name="Text Placeholder 15">
            <a:extLst>
              <a:ext uri="{FF2B5EF4-FFF2-40B4-BE49-F238E27FC236}">
                <a16:creationId xmlns:a16="http://schemas.microsoft.com/office/drawing/2014/main" id="{B35C0629-350C-8C44-B7A2-85CB76D6902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00276" y="1699886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10">
            <a:extLst>
              <a:ext uri="{FF2B5EF4-FFF2-40B4-BE49-F238E27FC236}">
                <a16:creationId xmlns:a16="http://schemas.microsoft.com/office/drawing/2014/main" id="{4FFF20CA-615D-8D48-9664-E79E2FB0341C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582928" y="1754462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27" name="Logo">
            <a:extLst>
              <a:ext uri="{FF2B5EF4-FFF2-40B4-BE49-F238E27FC236}">
                <a16:creationId xmlns:a16="http://schemas.microsoft.com/office/drawing/2014/main" id="{99081F38-6B1C-49AE-B219-7527115057B0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961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 background image">
    <p:bg bwMode="gray">
      <p:bgPr>
        <a:solidFill>
          <a:srgbClr val="999A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Footerbar">
            <a:extLst>
              <a:ext uri="{FF2B5EF4-FFF2-40B4-BE49-F238E27FC236}">
                <a16:creationId xmlns:a16="http://schemas.microsoft.com/office/drawing/2014/main" id="{9E04435D-FAD5-4EB0-96BA-1737BE16E4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50554"/>
          <a:stretch/>
        </p:blipFill>
        <p:spPr>
          <a:xfrm>
            <a:off x="0" y="4766723"/>
            <a:ext cx="9144000" cy="376777"/>
          </a:xfrm>
          <a:prstGeom prst="rect">
            <a:avLst/>
          </a:pr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36A3609-EA82-4564-B935-6864136A9938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32" name="Object 3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7" imgH="357" progId="TCLayout.ActiveDocument.1">
                  <p:embed/>
                </p:oleObj>
              </mc:Choice>
              <mc:Fallback>
                <p:oleObj name="think-cell Slide" r:id="rId5" imgW="357" imgH="357" progId="TCLayout.ActiveDocument.1">
                  <p:embed/>
                  <p:pic>
                    <p:nvPicPr>
                      <p:cNvPr id="32" name="Object 3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3C92E980-9410-1642-B960-8FC094F987DD}"/>
              </a:ext>
            </a:extLst>
          </p:cNvPr>
          <p:cNvSpPr/>
          <p:nvPr userDrawn="1"/>
        </p:nvSpPr>
        <p:spPr bwMode="gray">
          <a:xfrm>
            <a:off x="9288780" y="182684"/>
            <a:ext cx="1501140" cy="184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algn="l"/>
            <a:r>
              <a:rPr lang="en-US" sz="900" b="1" dirty="0">
                <a:solidFill>
                  <a:schemeClr val="tx1"/>
                </a:solidFill>
              </a:rPr>
              <a:t>Insert image via</a:t>
            </a:r>
          </a:p>
          <a:p>
            <a:pPr algn="l"/>
            <a:r>
              <a:rPr lang="en-US" sz="900" b="0" dirty="0">
                <a:solidFill>
                  <a:schemeClr val="tx1"/>
                </a:solidFill>
              </a:rPr>
              <a:t>Format Background &gt; Picture</a:t>
            </a:r>
            <a:r>
              <a:rPr lang="en-US" sz="900" b="0" baseline="0" dirty="0">
                <a:solidFill>
                  <a:schemeClr val="tx1"/>
                </a:solidFill>
              </a:rPr>
              <a:t> or texture fill &gt;</a:t>
            </a:r>
          </a:p>
          <a:p>
            <a:pPr algn="l"/>
            <a:r>
              <a:rPr lang="en-US" sz="900" b="0" i="0" baseline="0" dirty="0">
                <a:solidFill>
                  <a:schemeClr val="tx1"/>
                </a:solidFill>
              </a:rPr>
              <a:t>Click “File” to browse to </a:t>
            </a:r>
            <a:r>
              <a:rPr lang="en-US" sz="900" b="0" baseline="0" dirty="0">
                <a:solidFill>
                  <a:schemeClr val="tx1"/>
                </a:solidFill>
              </a:rPr>
              <a:t>your image</a:t>
            </a:r>
          </a:p>
          <a:p>
            <a:pPr algn="l"/>
            <a:r>
              <a:rPr lang="en-US" sz="900" b="0" baseline="0" dirty="0">
                <a:solidFill>
                  <a:schemeClr val="tx1"/>
                </a:solidFill>
              </a:rPr>
              <a:t>Make sure </a:t>
            </a:r>
            <a:r>
              <a:rPr lang="en-US" sz="900" b="0" i="1" baseline="0" dirty="0">
                <a:solidFill>
                  <a:schemeClr val="tx1"/>
                </a:solidFill>
              </a:rPr>
              <a:t>“Tile picture as texture”</a:t>
            </a:r>
            <a:r>
              <a:rPr lang="en-US" sz="900" b="0" baseline="0" dirty="0">
                <a:solidFill>
                  <a:schemeClr val="tx1"/>
                </a:solidFill>
              </a:rPr>
              <a:t>  is ticked</a:t>
            </a:r>
          </a:p>
          <a:p>
            <a:pPr algn="l"/>
            <a:endParaRPr lang="en-US" sz="900" b="0" baseline="0" dirty="0">
              <a:solidFill>
                <a:schemeClr val="tx1"/>
              </a:solidFill>
            </a:endParaRPr>
          </a:p>
          <a:p>
            <a:pPr algn="l"/>
            <a:r>
              <a:rPr lang="en-US" sz="900" b="1" baseline="0" dirty="0">
                <a:solidFill>
                  <a:schemeClr val="tx1"/>
                </a:solidFill>
              </a:rPr>
              <a:t>Note</a:t>
            </a:r>
            <a:br>
              <a:rPr lang="en-US" sz="900" b="0" baseline="0" dirty="0">
                <a:solidFill>
                  <a:schemeClr val="tx1"/>
                </a:solidFill>
              </a:rPr>
            </a:br>
            <a:r>
              <a:rPr lang="en-US" sz="900" b="0" baseline="0" dirty="0">
                <a:solidFill>
                  <a:schemeClr val="tx1"/>
                </a:solidFill>
              </a:rPr>
              <a:t>Background image needs to be inserted again in copied slides. </a:t>
            </a:r>
            <a:endParaRPr lang="en-US" sz="900" b="0" dirty="0">
              <a:solidFill>
                <a:schemeClr val="tx1"/>
              </a:solidFill>
            </a:endParaRPr>
          </a:p>
        </p:txBody>
      </p:sp>
      <p:sp>
        <p:nvSpPr>
          <p:cNvPr id="34" name="Title 2">
            <a:extLst>
              <a:ext uri="{FF2B5EF4-FFF2-40B4-BE49-F238E27FC236}">
                <a16:creationId xmlns:a16="http://schemas.microsoft.com/office/drawing/2014/main" id="{73903A30-3F72-8D4A-B435-48C3A8D4EC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440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50000"/>
                </a:schemeClr>
              </a:gs>
            </a:gsLst>
            <a:lin ang="16200000" scaled="1"/>
          </a:gradFill>
        </p:spPr>
        <p:txBody>
          <a:bodyPr lIns="396000" tIns="3600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3A92991-8EC8-0F4E-B95D-0F53A4A8FAEB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4CCCA17-93FD-DB41-80A7-2B2BD298AA52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D939960-C09C-5147-B929-34049BCF7736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637BE8C1-FFBF-FB46-8E30-C7D21AA8016C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D41506A-C617-E048-AAF7-93D238B52914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D5E32F24-DD11-8F46-8151-E65556AB501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00276" y="987425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E75B7E65-762D-9446-A2DB-B47D6E927A5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00276" y="3837270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C8C87AD-3F60-7F47-AA45-1DC1BD633EB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00276" y="3124808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893BED18-2FAA-9C4D-AFC0-9986A1787D9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00276" y="2412347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73D3C21E-4514-3748-935A-2BA796179B1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00276" y="1699886"/>
            <a:ext cx="5713200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7D691A7B-DF5C-4939-8F4C-E1D8089A55E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7"/>
            <a:ext cx="8348664" cy="360000"/>
          </a:xfrm>
        </p:spPr>
        <p:txBody>
          <a:bodyPr anchor="ctr" anchorCtr="0"/>
          <a:lstStyle>
            <a:lvl1pPr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39" name="Footer Placeholder 16">
            <a:extLst>
              <a:ext uri="{FF2B5EF4-FFF2-40B4-BE49-F238E27FC236}">
                <a16:creationId xmlns:a16="http://schemas.microsoft.com/office/drawing/2014/main" id="{3EF0C1F0-9F96-4C4C-9992-97998B4ABF2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276" y="4765500"/>
            <a:ext cx="4032000" cy="378000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0" name="Slide Number Placeholder 17">
            <a:extLst>
              <a:ext uri="{FF2B5EF4-FFF2-40B4-BE49-F238E27FC236}">
                <a16:creationId xmlns:a16="http://schemas.microsoft.com/office/drawing/2014/main" id="{01050FE9-830D-4278-80D6-65119DFDD64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5288" cy="378000"/>
          </a:xfrm>
        </p:spPr>
        <p:txBody>
          <a:bodyPr/>
          <a:lstStyle>
            <a:lvl1pPr algn="ctr"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Logo">
            <a:extLst>
              <a:ext uri="{FF2B5EF4-FFF2-40B4-BE49-F238E27FC236}">
                <a16:creationId xmlns:a16="http://schemas.microsoft.com/office/drawing/2014/main" id="{EE04CC25-B0A6-4AF0-A888-740AFBC0050A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076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 background image with icons (two column)">
    <p:bg bwMode="gray">
      <p:bgPr>
        <a:solidFill>
          <a:srgbClr val="999A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Footerbar">
            <a:extLst>
              <a:ext uri="{FF2B5EF4-FFF2-40B4-BE49-F238E27FC236}">
                <a16:creationId xmlns:a16="http://schemas.microsoft.com/office/drawing/2014/main" id="{4EC66D51-DF58-4292-9796-F2A9D80E4C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50554"/>
          <a:stretch/>
        </p:blipFill>
        <p:spPr>
          <a:xfrm>
            <a:off x="0" y="4766723"/>
            <a:ext cx="9144000" cy="376777"/>
          </a:xfrm>
          <a:prstGeom prst="rect">
            <a:avLst/>
          </a:prstGeom>
        </p:spPr>
      </p:pic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A41873B6-5D28-4E4E-BAA3-797DE1B7F030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32" name="Object 3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7" imgH="357" progId="TCLayout.ActiveDocument.1">
                  <p:embed/>
                </p:oleObj>
              </mc:Choice>
              <mc:Fallback>
                <p:oleObj name="think-cell Slide" r:id="rId5" imgW="357" imgH="357" progId="TCLayout.ActiveDocument.1">
                  <p:embed/>
                  <p:pic>
                    <p:nvPicPr>
                      <p:cNvPr id="32" name="Object 3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93F2127B-58E9-4C7B-8DD3-063248C1B168}"/>
              </a:ext>
            </a:extLst>
          </p:cNvPr>
          <p:cNvSpPr/>
          <p:nvPr userDrawn="1"/>
        </p:nvSpPr>
        <p:spPr bwMode="gray">
          <a:xfrm>
            <a:off x="9288780" y="182684"/>
            <a:ext cx="1501140" cy="184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algn="l"/>
            <a:r>
              <a:rPr lang="en-US" sz="900" b="1" dirty="0">
                <a:solidFill>
                  <a:schemeClr val="tx1"/>
                </a:solidFill>
              </a:rPr>
              <a:t>Insert image via</a:t>
            </a:r>
          </a:p>
          <a:p>
            <a:pPr algn="l"/>
            <a:r>
              <a:rPr lang="en-US" sz="900" b="0" dirty="0">
                <a:solidFill>
                  <a:schemeClr val="tx1"/>
                </a:solidFill>
              </a:rPr>
              <a:t>Format Background &gt; Picture</a:t>
            </a:r>
            <a:r>
              <a:rPr lang="en-US" sz="900" b="0" baseline="0" dirty="0">
                <a:solidFill>
                  <a:schemeClr val="tx1"/>
                </a:solidFill>
              </a:rPr>
              <a:t> or texture fill &gt;</a:t>
            </a:r>
          </a:p>
          <a:p>
            <a:pPr algn="l"/>
            <a:r>
              <a:rPr lang="en-US" sz="900" b="0" i="0" baseline="0" dirty="0">
                <a:solidFill>
                  <a:schemeClr val="tx1"/>
                </a:solidFill>
              </a:rPr>
              <a:t>Click “File” to browse to </a:t>
            </a:r>
            <a:r>
              <a:rPr lang="en-US" sz="900" b="0" baseline="0" dirty="0">
                <a:solidFill>
                  <a:schemeClr val="tx1"/>
                </a:solidFill>
              </a:rPr>
              <a:t>your image</a:t>
            </a:r>
          </a:p>
          <a:p>
            <a:pPr algn="l"/>
            <a:r>
              <a:rPr lang="en-US" sz="900" b="0" baseline="0" dirty="0">
                <a:solidFill>
                  <a:schemeClr val="tx1"/>
                </a:solidFill>
              </a:rPr>
              <a:t>Make sure </a:t>
            </a:r>
            <a:r>
              <a:rPr lang="en-US" sz="900" b="0" i="1" baseline="0" dirty="0">
                <a:solidFill>
                  <a:schemeClr val="tx1"/>
                </a:solidFill>
              </a:rPr>
              <a:t>“Tile picture as texture”</a:t>
            </a:r>
            <a:r>
              <a:rPr lang="en-US" sz="900" b="0" baseline="0" dirty="0">
                <a:solidFill>
                  <a:schemeClr val="tx1"/>
                </a:solidFill>
              </a:rPr>
              <a:t>  is ticked</a:t>
            </a:r>
          </a:p>
          <a:p>
            <a:pPr algn="l"/>
            <a:endParaRPr lang="en-US" sz="900" b="0" baseline="0" dirty="0">
              <a:solidFill>
                <a:schemeClr val="tx1"/>
              </a:solidFill>
            </a:endParaRPr>
          </a:p>
          <a:p>
            <a:pPr algn="l"/>
            <a:r>
              <a:rPr lang="en-US" sz="900" b="1" baseline="0" dirty="0">
                <a:solidFill>
                  <a:schemeClr val="tx1"/>
                </a:solidFill>
              </a:rPr>
              <a:t>Note</a:t>
            </a:r>
            <a:br>
              <a:rPr lang="en-US" sz="900" b="0" baseline="0" dirty="0">
                <a:solidFill>
                  <a:schemeClr val="tx1"/>
                </a:solidFill>
              </a:rPr>
            </a:br>
            <a:r>
              <a:rPr lang="en-US" sz="900" b="0" baseline="0" dirty="0">
                <a:solidFill>
                  <a:schemeClr val="tx1"/>
                </a:solidFill>
              </a:rPr>
              <a:t>Background image needs to be inserted again in copied slides. </a:t>
            </a:r>
            <a:endParaRPr lang="en-US" sz="900" b="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5C1EB9-7629-4AE6-90D3-DA891C6F56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440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50000"/>
                </a:schemeClr>
              </a:gs>
            </a:gsLst>
            <a:lin ang="16200000" scaled="1"/>
          </a:gradFill>
        </p:spPr>
        <p:txBody>
          <a:bodyPr lIns="396000" tIns="3600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9F7C230-6B7E-1743-B3D9-A6B69D7EE7B4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31728D7-A847-A34D-B5D0-669359A0347E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017A057E-D5A9-334E-AE00-E9129E91BE2F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29F7B3B4-61BE-2242-B214-D7A2DCA59269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371B2D0-9907-2440-BE09-A81B6C3B3933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57" name="Text Placeholder 15">
            <a:extLst>
              <a:ext uri="{FF2B5EF4-FFF2-40B4-BE49-F238E27FC236}">
                <a16:creationId xmlns:a16="http://schemas.microsoft.com/office/drawing/2014/main" id="{4DBFD1C4-1C49-FB4C-88F4-3A2A4339F62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00276" y="987425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10">
            <a:extLst>
              <a:ext uri="{FF2B5EF4-FFF2-40B4-BE49-F238E27FC236}">
                <a16:creationId xmlns:a16="http://schemas.microsoft.com/office/drawing/2014/main" id="{1655106B-5990-B04B-9C87-A5495D0A7DD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82928" y="1042001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69" name="Text Placeholder 15">
            <a:extLst>
              <a:ext uri="{FF2B5EF4-FFF2-40B4-BE49-F238E27FC236}">
                <a16:creationId xmlns:a16="http://schemas.microsoft.com/office/drawing/2014/main" id="{E558257D-41B9-6E42-A319-615A0EA9E5B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00276" y="3837270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Picture Placeholder 10">
            <a:extLst>
              <a:ext uri="{FF2B5EF4-FFF2-40B4-BE49-F238E27FC236}">
                <a16:creationId xmlns:a16="http://schemas.microsoft.com/office/drawing/2014/main" id="{1E5C93AC-83B4-944D-AFD8-E7295A3C2D1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82928" y="3891846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71" name="Text Placeholder 15">
            <a:extLst>
              <a:ext uri="{FF2B5EF4-FFF2-40B4-BE49-F238E27FC236}">
                <a16:creationId xmlns:a16="http://schemas.microsoft.com/office/drawing/2014/main" id="{7C5230F3-690D-3149-8CF9-A65A7858E8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00276" y="3124808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Picture Placeholder 10">
            <a:extLst>
              <a:ext uri="{FF2B5EF4-FFF2-40B4-BE49-F238E27FC236}">
                <a16:creationId xmlns:a16="http://schemas.microsoft.com/office/drawing/2014/main" id="{4374DD02-7AD2-3C40-BB23-28EA64F1760E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582928" y="3179384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75" name="Text Placeholder 15">
            <a:extLst>
              <a:ext uri="{FF2B5EF4-FFF2-40B4-BE49-F238E27FC236}">
                <a16:creationId xmlns:a16="http://schemas.microsoft.com/office/drawing/2014/main" id="{C5310D3F-BAEC-DF47-87B6-F68E09A872E8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00276" y="2412347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Picture Placeholder 10">
            <a:extLst>
              <a:ext uri="{FF2B5EF4-FFF2-40B4-BE49-F238E27FC236}">
                <a16:creationId xmlns:a16="http://schemas.microsoft.com/office/drawing/2014/main" id="{82D824E3-5901-694B-B8F6-F6EB0FB44B7D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582928" y="2466923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86" name="Text Placeholder 15">
            <a:extLst>
              <a:ext uri="{FF2B5EF4-FFF2-40B4-BE49-F238E27FC236}">
                <a16:creationId xmlns:a16="http://schemas.microsoft.com/office/drawing/2014/main" id="{B9E2A396-53E5-7142-AED3-BB716678CF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00276" y="1699886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Picture Placeholder 10">
            <a:extLst>
              <a:ext uri="{FF2B5EF4-FFF2-40B4-BE49-F238E27FC236}">
                <a16:creationId xmlns:a16="http://schemas.microsoft.com/office/drawing/2014/main" id="{CECD9D89-DB3A-ED47-8BDC-2FC2CD5A463A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582928" y="1754462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88" name="Text Placeholder 15">
            <a:extLst>
              <a:ext uri="{FF2B5EF4-FFF2-40B4-BE49-F238E27FC236}">
                <a16:creationId xmlns:a16="http://schemas.microsoft.com/office/drawing/2014/main" id="{E4947152-4280-ED44-A15C-6FA1B97B58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43437" y="987425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Picture Placeholder 10">
            <a:extLst>
              <a:ext uri="{FF2B5EF4-FFF2-40B4-BE49-F238E27FC236}">
                <a16:creationId xmlns:a16="http://schemas.microsoft.com/office/drawing/2014/main" id="{FD378B87-51D2-FC47-8070-6B4E9BB47FE7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826089" y="1042001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8B7D359C-9047-2A47-840E-E36E5047B6A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643437" y="3837270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Picture Placeholder 10">
            <a:extLst>
              <a:ext uri="{FF2B5EF4-FFF2-40B4-BE49-F238E27FC236}">
                <a16:creationId xmlns:a16="http://schemas.microsoft.com/office/drawing/2014/main" id="{6C7F249F-5A23-7841-8ECA-65D0BCB71E0A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826089" y="3891846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92" name="Text Placeholder 15">
            <a:extLst>
              <a:ext uri="{FF2B5EF4-FFF2-40B4-BE49-F238E27FC236}">
                <a16:creationId xmlns:a16="http://schemas.microsoft.com/office/drawing/2014/main" id="{BB6F3028-5B36-8345-8083-E01F44CC96B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643437" y="3124808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Picture Placeholder 10">
            <a:extLst>
              <a:ext uri="{FF2B5EF4-FFF2-40B4-BE49-F238E27FC236}">
                <a16:creationId xmlns:a16="http://schemas.microsoft.com/office/drawing/2014/main" id="{3341C508-3551-B649-AC91-1657159D1776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4826089" y="3179384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94" name="Text Placeholder 15">
            <a:extLst>
              <a:ext uri="{FF2B5EF4-FFF2-40B4-BE49-F238E27FC236}">
                <a16:creationId xmlns:a16="http://schemas.microsoft.com/office/drawing/2014/main" id="{15A6F286-0462-DF46-8EFD-72170D158E1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643437" y="2412347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" name="Picture Placeholder 10">
            <a:extLst>
              <a:ext uri="{FF2B5EF4-FFF2-40B4-BE49-F238E27FC236}">
                <a16:creationId xmlns:a16="http://schemas.microsoft.com/office/drawing/2014/main" id="{201DCB08-BFB9-5B45-8BAA-A5E7B6D5476F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4826089" y="2466923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96" name="Text Placeholder 15">
            <a:extLst>
              <a:ext uri="{FF2B5EF4-FFF2-40B4-BE49-F238E27FC236}">
                <a16:creationId xmlns:a16="http://schemas.microsoft.com/office/drawing/2014/main" id="{4527C3E7-E4A1-BF40-ADAA-7C37C26C265C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43437" y="1699886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792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" name="Picture Placeholder 10">
            <a:extLst>
              <a:ext uri="{FF2B5EF4-FFF2-40B4-BE49-F238E27FC236}">
                <a16:creationId xmlns:a16="http://schemas.microsoft.com/office/drawing/2014/main" id="{70ABA5A7-0F58-BC4C-BE36-7BCCF1526AC6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826089" y="1754462"/>
            <a:ext cx="457200" cy="4572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333480DF-D039-41C4-AF8D-72684EDD6F0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10000"/>
            <a:ext cx="8348664" cy="360000"/>
          </a:xfrm>
        </p:spPr>
        <p:txBody>
          <a:bodyPr anchor="ctr" anchorCtr="0"/>
          <a:lstStyle>
            <a:lvl1pPr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45" name="Footer Placeholder 16">
            <a:extLst>
              <a:ext uri="{FF2B5EF4-FFF2-40B4-BE49-F238E27FC236}">
                <a16:creationId xmlns:a16="http://schemas.microsoft.com/office/drawing/2014/main" id="{2B78870C-6135-4729-A838-3A20F6DB1F8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276" y="4765500"/>
            <a:ext cx="4032000" cy="378000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6" name="Slide Number Placeholder 17">
            <a:extLst>
              <a:ext uri="{FF2B5EF4-FFF2-40B4-BE49-F238E27FC236}">
                <a16:creationId xmlns:a16="http://schemas.microsoft.com/office/drawing/2014/main" id="{9CF1E21E-1520-4998-BBCC-EC22707E403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5288" cy="378000"/>
          </a:xfrm>
        </p:spPr>
        <p:txBody>
          <a:bodyPr/>
          <a:lstStyle>
            <a:lvl1pPr algn="ctr"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7" name="Logo">
            <a:extLst>
              <a:ext uri="{FF2B5EF4-FFF2-40B4-BE49-F238E27FC236}">
                <a16:creationId xmlns:a16="http://schemas.microsoft.com/office/drawing/2014/main" id="{96004CF1-F366-43F0-94C9-65E63DF9DC7F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128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 background image (two column)">
    <p:bg bwMode="gray">
      <p:bgPr>
        <a:solidFill>
          <a:srgbClr val="999A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Footerbar">
            <a:extLst>
              <a:ext uri="{FF2B5EF4-FFF2-40B4-BE49-F238E27FC236}">
                <a16:creationId xmlns:a16="http://schemas.microsoft.com/office/drawing/2014/main" id="{93869464-4DE3-4549-8D93-6F5843984A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50554"/>
          <a:stretch/>
        </p:blipFill>
        <p:spPr>
          <a:xfrm>
            <a:off x="0" y="4766723"/>
            <a:ext cx="9144000" cy="376777"/>
          </a:xfrm>
          <a:prstGeom prst="rect">
            <a:avLst/>
          </a:prstGeom>
        </p:spPr>
      </p:pic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A41873B6-5D28-4E4E-BAA3-797DE1B7F030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32" name="Object 3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7" imgH="357" progId="TCLayout.ActiveDocument.1">
                  <p:embed/>
                </p:oleObj>
              </mc:Choice>
              <mc:Fallback>
                <p:oleObj name="think-cell Slide" r:id="rId5" imgW="357" imgH="357" progId="TCLayout.ActiveDocument.1">
                  <p:embed/>
                  <p:pic>
                    <p:nvPicPr>
                      <p:cNvPr id="32" name="Object 3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0C29A959-09D9-AB4B-ACB2-E58690C0EE12}"/>
              </a:ext>
            </a:extLst>
          </p:cNvPr>
          <p:cNvSpPr/>
          <p:nvPr userDrawn="1"/>
        </p:nvSpPr>
        <p:spPr bwMode="gray">
          <a:xfrm>
            <a:off x="9288780" y="182683"/>
            <a:ext cx="1501140" cy="184641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algn="l"/>
            <a:r>
              <a:rPr lang="en-US" sz="900" b="1" dirty="0">
                <a:solidFill>
                  <a:schemeClr val="tx1"/>
                </a:solidFill>
              </a:rPr>
              <a:t>Insert image via</a:t>
            </a:r>
          </a:p>
          <a:p>
            <a:pPr algn="l"/>
            <a:r>
              <a:rPr lang="en-US" sz="900" b="0" dirty="0">
                <a:solidFill>
                  <a:schemeClr val="tx1"/>
                </a:solidFill>
              </a:rPr>
              <a:t>Format Background &gt; Picture</a:t>
            </a:r>
            <a:r>
              <a:rPr lang="en-US" sz="900" b="0" baseline="0" dirty="0">
                <a:solidFill>
                  <a:schemeClr val="tx1"/>
                </a:solidFill>
              </a:rPr>
              <a:t> or texture fill &gt;</a:t>
            </a:r>
          </a:p>
          <a:p>
            <a:pPr algn="l"/>
            <a:r>
              <a:rPr lang="en-US" sz="900" b="0" i="0" baseline="0" dirty="0">
                <a:solidFill>
                  <a:schemeClr val="tx1"/>
                </a:solidFill>
              </a:rPr>
              <a:t>Click “File” to browse to </a:t>
            </a:r>
            <a:r>
              <a:rPr lang="en-US" sz="900" b="0" baseline="0" dirty="0">
                <a:solidFill>
                  <a:schemeClr val="tx1"/>
                </a:solidFill>
              </a:rPr>
              <a:t>your image</a:t>
            </a:r>
          </a:p>
          <a:p>
            <a:pPr algn="l"/>
            <a:r>
              <a:rPr lang="en-US" sz="900" b="0" baseline="0" dirty="0">
                <a:solidFill>
                  <a:schemeClr val="tx1"/>
                </a:solidFill>
              </a:rPr>
              <a:t>Make sure </a:t>
            </a:r>
            <a:r>
              <a:rPr lang="en-US" sz="900" b="0" i="1" baseline="0" dirty="0">
                <a:solidFill>
                  <a:schemeClr val="tx1"/>
                </a:solidFill>
              </a:rPr>
              <a:t>“Tile picture as texture”</a:t>
            </a:r>
            <a:r>
              <a:rPr lang="en-US" sz="900" b="0" baseline="0" dirty="0">
                <a:solidFill>
                  <a:schemeClr val="tx1"/>
                </a:solidFill>
              </a:rPr>
              <a:t>  is ticked</a:t>
            </a:r>
          </a:p>
          <a:p>
            <a:pPr algn="l"/>
            <a:endParaRPr lang="en-US" sz="900" b="0" baseline="0" dirty="0">
              <a:solidFill>
                <a:schemeClr val="tx1"/>
              </a:solidFill>
            </a:endParaRPr>
          </a:p>
          <a:p>
            <a:pPr algn="l"/>
            <a:r>
              <a:rPr lang="en-US" sz="900" b="1" baseline="0" dirty="0">
                <a:solidFill>
                  <a:schemeClr val="tx1"/>
                </a:solidFill>
              </a:rPr>
              <a:t>Note</a:t>
            </a:r>
            <a:br>
              <a:rPr lang="en-US" sz="900" b="0" baseline="0" dirty="0">
                <a:solidFill>
                  <a:schemeClr val="tx1"/>
                </a:solidFill>
              </a:rPr>
            </a:br>
            <a:r>
              <a:rPr lang="en-US" sz="900" b="0" baseline="0" dirty="0">
                <a:solidFill>
                  <a:schemeClr val="tx1"/>
                </a:solidFill>
              </a:rPr>
              <a:t>Background image needs to be inserted again in copied slides. </a:t>
            </a:r>
            <a:endParaRPr lang="en-US" sz="900" b="0" dirty="0">
              <a:solidFill>
                <a:schemeClr val="tx1"/>
              </a:solidFill>
            </a:endParaRPr>
          </a:p>
        </p:txBody>
      </p:sp>
      <p:sp>
        <p:nvSpPr>
          <p:cNvPr id="33" name="Title 2">
            <a:extLst>
              <a:ext uri="{FF2B5EF4-FFF2-40B4-BE49-F238E27FC236}">
                <a16:creationId xmlns:a16="http://schemas.microsoft.com/office/drawing/2014/main" id="{450C82DB-54B5-3946-A844-633568A510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440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50000"/>
                </a:schemeClr>
              </a:gs>
            </a:gsLst>
            <a:lin ang="16200000" scaled="1"/>
          </a:gradFill>
        </p:spPr>
        <p:txBody>
          <a:bodyPr lIns="396000" tIns="3600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AF4C31C-BBE0-D34F-80FF-1D38E35434A7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78E1609-7A66-C445-9A35-DB1B40329EC8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3F95788-5AE9-6949-93F4-AE7AD1EEB822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56FFBF3E-F2B5-4143-BBFF-37CD35BEB495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781A821-16C1-694B-842A-592586933B48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57" name="Text Placeholder 15">
            <a:extLst>
              <a:ext uri="{FF2B5EF4-FFF2-40B4-BE49-F238E27FC236}">
                <a16:creationId xmlns:a16="http://schemas.microsoft.com/office/drawing/2014/main" id="{AA19FB6F-1B19-1D4C-AE39-2E6B93CA9E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00276" y="987425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5">
            <a:extLst>
              <a:ext uri="{FF2B5EF4-FFF2-40B4-BE49-F238E27FC236}">
                <a16:creationId xmlns:a16="http://schemas.microsoft.com/office/drawing/2014/main" id="{2CC96376-BEAC-EF4D-8367-045A16864F7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00276" y="3837270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5">
            <a:extLst>
              <a:ext uri="{FF2B5EF4-FFF2-40B4-BE49-F238E27FC236}">
                <a16:creationId xmlns:a16="http://schemas.microsoft.com/office/drawing/2014/main" id="{61A574AF-D368-424C-9288-B68C865E747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00276" y="3124808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5">
            <a:extLst>
              <a:ext uri="{FF2B5EF4-FFF2-40B4-BE49-F238E27FC236}">
                <a16:creationId xmlns:a16="http://schemas.microsoft.com/office/drawing/2014/main" id="{37DC4DCE-5E1E-8C42-B723-C28E5EE58D98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00276" y="2412347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15">
            <a:extLst>
              <a:ext uri="{FF2B5EF4-FFF2-40B4-BE49-F238E27FC236}">
                <a16:creationId xmlns:a16="http://schemas.microsoft.com/office/drawing/2014/main" id="{3F173917-C4FF-6D4F-B2F2-D5CBB60B90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00276" y="1699886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15">
            <a:extLst>
              <a:ext uri="{FF2B5EF4-FFF2-40B4-BE49-F238E27FC236}">
                <a16:creationId xmlns:a16="http://schemas.microsoft.com/office/drawing/2014/main" id="{09587937-51AF-5E48-8132-0331A65461E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43437" y="987425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15">
            <a:extLst>
              <a:ext uri="{FF2B5EF4-FFF2-40B4-BE49-F238E27FC236}">
                <a16:creationId xmlns:a16="http://schemas.microsoft.com/office/drawing/2014/main" id="{8A21C173-53FC-CA4A-826C-20C35C767E6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643437" y="3837270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15">
            <a:extLst>
              <a:ext uri="{FF2B5EF4-FFF2-40B4-BE49-F238E27FC236}">
                <a16:creationId xmlns:a16="http://schemas.microsoft.com/office/drawing/2014/main" id="{D835C0DB-A610-0C4D-94B0-A3F6819FE88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643437" y="3124808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15">
            <a:extLst>
              <a:ext uri="{FF2B5EF4-FFF2-40B4-BE49-F238E27FC236}">
                <a16:creationId xmlns:a16="http://schemas.microsoft.com/office/drawing/2014/main" id="{61D5597C-04A1-F742-9200-B63BE8CCCE7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643437" y="2412347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15">
            <a:extLst>
              <a:ext uri="{FF2B5EF4-FFF2-40B4-BE49-F238E27FC236}">
                <a16:creationId xmlns:a16="http://schemas.microsoft.com/office/drawing/2014/main" id="{9BA9C64F-63BD-CD43-B1B5-FA8A71B993C8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43437" y="1699886"/>
            <a:ext cx="4100287" cy="566352"/>
          </a:xfrm>
          <a:prstGeom prst="round2DiagRect">
            <a:avLst>
              <a:gd name="adj1" fmla="val 13455"/>
              <a:gd name="adj2" fmla="val 0"/>
            </a:avLst>
          </a:prstGeom>
          <a:solidFill>
            <a:srgbClr val="F5F5F5"/>
          </a:solidFill>
        </p:spPr>
        <p:txBody>
          <a:bodyPr wrap="square" lIns="180000" anchor="ctr" anchorCtr="0"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E35F0EDA-AE30-4196-B038-72697EB1D4E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10000"/>
            <a:ext cx="8348664" cy="360000"/>
          </a:xfrm>
        </p:spPr>
        <p:txBody>
          <a:bodyPr anchor="ctr" anchorCtr="0"/>
          <a:lstStyle>
            <a:lvl1pPr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37" name="Footer Placeholder 16">
            <a:extLst>
              <a:ext uri="{FF2B5EF4-FFF2-40B4-BE49-F238E27FC236}">
                <a16:creationId xmlns:a16="http://schemas.microsoft.com/office/drawing/2014/main" id="{5D3745DF-3ADB-4A22-800A-C263F8D5B98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276" y="4765500"/>
            <a:ext cx="4032000" cy="378000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8" name="Slide Number Placeholder 17">
            <a:extLst>
              <a:ext uri="{FF2B5EF4-FFF2-40B4-BE49-F238E27FC236}">
                <a16:creationId xmlns:a16="http://schemas.microsoft.com/office/drawing/2014/main" id="{76250805-6733-455D-B4C5-6E78DB15C5B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5288" cy="378000"/>
          </a:xfrm>
        </p:spPr>
        <p:txBody>
          <a:bodyPr/>
          <a:lstStyle>
            <a:lvl1pPr algn="ctr"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7" name="Logo">
            <a:extLst>
              <a:ext uri="{FF2B5EF4-FFF2-40B4-BE49-F238E27FC236}">
                <a16:creationId xmlns:a16="http://schemas.microsoft.com/office/drawing/2014/main" id="{ED54C16B-007D-45FC-A05D-DCD72BEA795A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954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xed content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5D1FF97-5163-496C-860C-C61DF729D4C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00049" y="987425"/>
            <a:ext cx="8348664" cy="34210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C9CDB3D-8A5F-5B42-9655-F650A016242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A9EA9B6-BFE4-1A45-8CFF-439D74BD4B2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1E0245-DAC7-B441-AEBB-5138382FB896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824A51D-F863-EC49-AFC2-75DEB30CB0FC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2A9A39A-B8E2-F54D-8E38-EE3B7573F8E8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6025D9F-7D06-A84B-AF4D-9A33C826DDB7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24D95E9-0CF8-4E47-8701-E3BA93784C0D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21" name="Footer Placeholder 6">
            <a:extLst>
              <a:ext uri="{FF2B5EF4-FFF2-40B4-BE49-F238E27FC236}">
                <a16:creationId xmlns:a16="http://schemas.microsoft.com/office/drawing/2014/main" id="{F8597EF7-8414-46E1-AFA6-64D32E44E8B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0049" y="4765500"/>
            <a:ext cx="4032000" cy="378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2" name="Slide Number Placeholder 7">
            <a:extLst>
              <a:ext uri="{FF2B5EF4-FFF2-40B4-BE49-F238E27FC236}">
                <a16:creationId xmlns:a16="http://schemas.microsoft.com/office/drawing/2014/main" id="{00A42599-E75A-4166-9FEB-EAB67D8C141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0" y="4765500"/>
            <a:ext cx="396000" cy="37800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601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xed content Subtitle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5D1FF97-5163-496C-860C-C61DF729D4C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00049" y="1239838"/>
            <a:ext cx="8348664" cy="31686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C9CDB3D-8A5F-5B42-9655-F650A016242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BE038B2-965F-C242-B594-B63F767DE4D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0048" y="700087"/>
            <a:ext cx="8348665" cy="250826"/>
          </a:xfrm>
        </p:spPr>
        <p:txBody>
          <a:bodyPr anchor="b" anchorCtr="0"/>
          <a:lstStyle>
            <a:lvl1pPr>
              <a:defRPr sz="1600">
                <a:solidFill>
                  <a:srgbClr val="575756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630B7C-10A6-4744-BA65-87EF39F77F32}"/>
              </a:ext>
            </a:extLst>
          </p:cNvPr>
          <p:cNvGrpSpPr/>
          <p:nvPr userDrawn="1"/>
        </p:nvGrpSpPr>
        <p:grpSpPr>
          <a:xfrm>
            <a:off x="-1720161" y="698918"/>
            <a:ext cx="1440000" cy="259933"/>
            <a:chOff x="-1720161" y="698918"/>
            <a:chExt cx="1440000" cy="25993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BCFD6C-0668-2D43-A14B-00F02A810470}"/>
                </a:ext>
              </a:extLst>
            </p:cNvPr>
            <p:cNvSpPr/>
            <p:nvPr userDrawn="1"/>
          </p:nvSpPr>
          <p:spPr bwMode="gray">
            <a:xfrm>
              <a:off x="-1720161" y="698918"/>
              <a:ext cx="1440000" cy="25199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Subtitle area max 1 line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C3D9DD-1574-7E40-AFD4-9358610D99AC}"/>
                </a:ext>
              </a:extLst>
            </p:cNvPr>
            <p:cNvCxnSpPr/>
            <p:nvPr userDrawn="1"/>
          </p:nvCxnSpPr>
          <p:spPr bwMode="gray">
            <a:xfrm>
              <a:off x="-1720161" y="958851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CB48FAB-18E1-AD47-9C45-5CD383711800}"/>
                </a:ext>
              </a:extLst>
            </p:cNvPr>
            <p:cNvCxnSpPr/>
            <p:nvPr userDrawn="1"/>
          </p:nvCxnSpPr>
          <p:spPr bwMode="gray">
            <a:xfrm>
              <a:off x="-1720161" y="700088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C59EA05C-76E7-3F48-8809-EC84F37DF6A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8810CD-7C08-344F-8917-18EF6F64D456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167BE7B-AE70-504E-A58A-59ACF74EEC27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8177084D-CC0D-9B45-B078-C05638EF93EB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73F1357-DF9B-A944-96EB-A082123416B5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31BA375-C9B1-C341-A6AF-B7E6082EA970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281294-28BF-BB4A-A9EA-5303C445784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00048" y="4767260"/>
            <a:ext cx="4032000" cy="376239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14768-98FB-344F-A082-97DC114C1751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0" y="4767260"/>
            <a:ext cx="395287" cy="37623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37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9" userDrawn="1">
          <p15:clr>
            <a:srgbClr val="FBAE40"/>
          </p15:clr>
        </p15:guide>
        <p15:guide id="2" orient="horz" pos="441" userDrawn="1">
          <p15:clr>
            <a:srgbClr val="FBAE40"/>
          </p15:clr>
        </p15:guide>
        <p15:guide id="3" orient="horz" pos="781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xed content icon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69AE389D-492F-46E4-AA48-E9523A03A10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00049" y="372917"/>
            <a:ext cx="633600" cy="6336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/>
            </a:lvl1pPr>
          </a:lstStyle>
          <a:p>
            <a:r>
              <a:rPr lang="en-US" dirty="0"/>
              <a:t>Add </a:t>
            </a:r>
            <a:br>
              <a:rPr lang="en-US" dirty="0"/>
            </a:br>
            <a:r>
              <a:rPr lang="en-US" dirty="0"/>
              <a:t>icon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AD66830-991C-421D-AC5E-5253F02438C7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00049" y="1239838"/>
            <a:ext cx="8348664" cy="31686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FB81517-A8D0-7E4F-A3BD-8F897E6256A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DA7CF5CB-44DB-4B47-89B5-BE1004C863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236390" y="376239"/>
            <a:ext cx="7512324" cy="611186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2EEE04-57CC-564A-9269-68F87F3B43CC}"/>
              </a:ext>
            </a:extLst>
          </p:cNvPr>
          <p:cNvGrpSpPr/>
          <p:nvPr userDrawn="1"/>
        </p:nvGrpSpPr>
        <p:grpSpPr>
          <a:xfrm>
            <a:off x="-1580081" y="372917"/>
            <a:ext cx="1440000" cy="614508"/>
            <a:chOff x="-1499808" y="287422"/>
            <a:chExt cx="1440000" cy="6145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A706F93-30AF-FA45-997C-4BA5A486439B}"/>
                </a:ext>
              </a:extLst>
            </p:cNvPr>
            <p:cNvSpPr/>
            <p:nvPr/>
          </p:nvSpPr>
          <p:spPr bwMode="gray">
            <a:xfrm>
              <a:off x="-1499808" y="287422"/>
              <a:ext cx="1440000" cy="614508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</a:t>
              </a:r>
            </a:p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max over 2 lines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B02210B-726C-7944-81F0-2EB1232C83B7}"/>
                </a:ext>
              </a:extLst>
            </p:cNvPr>
            <p:cNvGrpSpPr/>
            <p:nvPr/>
          </p:nvGrpSpPr>
          <p:grpSpPr bwMode="gray">
            <a:xfrm>
              <a:off x="-1499808" y="298535"/>
              <a:ext cx="1440000" cy="603395"/>
              <a:chOff x="-720001" y="298535"/>
              <a:chExt cx="1080000" cy="603395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0EA29AB-B678-734B-B2D4-D07D1B42785D}"/>
                  </a:ext>
                </a:extLst>
              </p:cNvPr>
              <p:cNvCxnSpPr/>
              <p:nvPr/>
            </p:nvCxnSpPr>
            <p:spPr bwMode="gray">
              <a:xfrm>
                <a:off x="-720001" y="901930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AB397F7-FA32-1341-965E-5E5C54D192A5}"/>
                  </a:ext>
                </a:extLst>
              </p:cNvPr>
              <p:cNvCxnSpPr/>
              <p:nvPr/>
            </p:nvCxnSpPr>
            <p:spPr bwMode="gray">
              <a:xfrm>
                <a:off x="-720001" y="298535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11AB2D49-3FD7-4182-83EE-D889BA669E7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0049" y="4767260"/>
            <a:ext cx="4032000" cy="376239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14" name="Slide Number Placeholder 7">
            <a:extLst>
              <a:ext uri="{FF2B5EF4-FFF2-40B4-BE49-F238E27FC236}">
                <a16:creationId xmlns:a16="http://schemas.microsoft.com/office/drawing/2014/main" id="{AB17B30D-5A30-44D1-AE08-DB8854001A8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0" y="4767260"/>
            <a:ext cx="396000" cy="376239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69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  <p15:guide id="2" orient="horz" pos="781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mixed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65D0499-4AB6-46A6-848A-0AB5BD02F36A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00049" y="987425"/>
            <a:ext cx="4032000" cy="34210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A8655-0D55-44D8-8476-0381F0947130}"/>
              </a:ext>
            </a:extLst>
          </p:cNvPr>
          <p:cNvSpPr>
            <a:spLocks noGrp="1"/>
          </p:cNvSpPr>
          <p:nvPr>
            <p:ph idx="29"/>
          </p:nvPr>
        </p:nvSpPr>
        <p:spPr bwMode="gray">
          <a:xfrm>
            <a:off x="4711951" y="990425"/>
            <a:ext cx="4032000" cy="34210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9CB79EE9-9F37-6B4D-91F3-2D48E847003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764A2F-300D-8542-B97B-446E0D001171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62BCFD6-F410-7049-AD69-BD023CC3611C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38F3F60-7E14-EB40-93C4-7809F3E4991C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6259FAD-8ED8-AE4E-BC62-EEEA0D174AB7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83E9FE5-BA95-8A47-B46F-71640F0CD98E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D551412-3AD3-DB46-8706-9D9AEAAFD29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22" name="Footer Placeholder 1">
            <a:extLst>
              <a:ext uri="{FF2B5EF4-FFF2-40B4-BE49-F238E27FC236}">
                <a16:creationId xmlns:a16="http://schemas.microsoft.com/office/drawing/2014/main" id="{EAA6A265-9C1A-4B26-8D74-6F338D7C42AE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400049" y="4767260"/>
            <a:ext cx="4032000" cy="376239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3" name="Slide Number Placeholder 2">
            <a:extLst>
              <a:ext uri="{FF2B5EF4-FFF2-40B4-BE49-F238E27FC236}">
                <a16:creationId xmlns:a16="http://schemas.microsoft.com/office/drawing/2014/main" id="{9D6A1D5B-1806-4089-957A-CA7B8818A1B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0" y="4767260"/>
            <a:ext cx="395287" cy="376239"/>
          </a:xfr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294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mixed content Subtitl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65D0499-4AB6-46A6-848A-0AB5BD02F36A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00049" y="1236838"/>
            <a:ext cx="4032000" cy="31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A8655-0D55-44D8-8476-0381F0947130}"/>
              </a:ext>
            </a:extLst>
          </p:cNvPr>
          <p:cNvSpPr>
            <a:spLocks noGrp="1"/>
          </p:cNvSpPr>
          <p:nvPr>
            <p:ph idx="29"/>
          </p:nvPr>
        </p:nvSpPr>
        <p:spPr bwMode="gray">
          <a:xfrm>
            <a:off x="4711951" y="1236838"/>
            <a:ext cx="4032000" cy="31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9CB79EE9-9F37-6B4D-91F3-2D48E847003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D551412-3AD3-DB46-8706-9D9AEAAFD29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0F7CCE6-5518-6344-9C31-A4DE08D1D85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0048" y="700087"/>
            <a:ext cx="8348665" cy="250826"/>
          </a:xfrm>
        </p:spPr>
        <p:txBody>
          <a:bodyPr anchor="b" anchorCtr="0"/>
          <a:lstStyle>
            <a:lvl1pPr>
              <a:defRPr sz="1600">
                <a:solidFill>
                  <a:srgbClr val="575756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6D874D0-8D56-C349-9AF4-A524E7700FFF}"/>
              </a:ext>
            </a:extLst>
          </p:cNvPr>
          <p:cNvGrpSpPr/>
          <p:nvPr userDrawn="1"/>
        </p:nvGrpSpPr>
        <p:grpSpPr>
          <a:xfrm>
            <a:off x="-1720161" y="698918"/>
            <a:ext cx="1440000" cy="259933"/>
            <a:chOff x="-1720161" y="698918"/>
            <a:chExt cx="1440000" cy="25993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E4D831D-5A5E-8C43-88D6-70FCAEADAB65}"/>
                </a:ext>
              </a:extLst>
            </p:cNvPr>
            <p:cNvSpPr/>
            <p:nvPr userDrawn="1"/>
          </p:nvSpPr>
          <p:spPr bwMode="gray">
            <a:xfrm>
              <a:off x="-1720161" y="698918"/>
              <a:ext cx="1440000" cy="25199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Subtitle area max 1 line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33BB01B-956A-F840-A210-D6BAD144BAB5}"/>
                </a:ext>
              </a:extLst>
            </p:cNvPr>
            <p:cNvCxnSpPr/>
            <p:nvPr userDrawn="1"/>
          </p:nvCxnSpPr>
          <p:spPr bwMode="gray">
            <a:xfrm>
              <a:off x="-1720161" y="958851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86566EF-9A2D-9B4C-AEDA-6EC2E8AFCC18}"/>
                </a:ext>
              </a:extLst>
            </p:cNvPr>
            <p:cNvCxnSpPr/>
            <p:nvPr userDrawn="1"/>
          </p:nvCxnSpPr>
          <p:spPr bwMode="gray">
            <a:xfrm>
              <a:off x="-1720161" y="700088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B6364A0-F0BD-B444-8F20-A8200F581931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AC335B6-46C1-9C40-A848-189B76F44F7A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A26C3E9-F303-814C-BA24-5BD65E646355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D5301E17-C25F-E74A-A39C-A66BEFF54BE3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44461CF-56CF-BC44-AD17-8AD088DAEC6D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1E2EC1-ECA7-F545-B6B3-E968C6A4C5E8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00048" y="4767261"/>
            <a:ext cx="4032000" cy="376239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361C4F-30B6-8B48-AA28-D47EE008B45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0" y="4767261"/>
            <a:ext cx="395287" cy="37623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166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81" userDrawn="1">
          <p15:clr>
            <a:srgbClr val="FBAE40"/>
          </p15:clr>
        </p15:guide>
        <p15:guide id="2" orient="horz" pos="441" userDrawn="1">
          <p15:clr>
            <a:srgbClr val="FBAE40"/>
          </p15:clr>
        </p15:guide>
        <p15:guide id="3" orient="horz" pos="599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mixed content 01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D71A65-924E-4E9D-A674-C48E144B9C2E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400048" y="4767263"/>
            <a:ext cx="4032000" cy="376238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8055D5-6482-46F3-B39C-05AC99FC316A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0" y="4767263"/>
            <a:ext cx="395287" cy="376238"/>
          </a:xfr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19EC27-B729-4310-A95A-319C19CDB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8" y="372917"/>
            <a:ext cx="8348665" cy="2541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65D0499-4AB6-46A6-848A-0AB5BD02F36A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00049" y="987163"/>
            <a:ext cx="2592000" cy="34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84846FB-699A-463E-A955-F026DADC7558}"/>
              </a:ext>
            </a:extLst>
          </p:cNvPr>
          <p:cNvSpPr>
            <a:spLocks noGrp="1"/>
          </p:cNvSpPr>
          <p:nvPr>
            <p:ph idx="30"/>
          </p:nvPr>
        </p:nvSpPr>
        <p:spPr bwMode="gray">
          <a:xfrm>
            <a:off x="3272624" y="987163"/>
            <a:ext cx="2592000" cy="34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39BF04A-B151-4FCD-B923-9E06FC63764E}"/>
              </a:ext>
            </a:extLst>
          </p:cNvPr>
          <p:cNvSpPr>
            <a:spLocks noGrp="1"/>
          </p:cNvSpPr>
          <p:nvPr>
            <p:ph idx="31"/>
          </p:nvPr>
        </p:nvSpPr>
        <p:spPr bwMode="gray">
          <a:xfrm>
            <a:off x="6145200" y="987163"/>
            <a:ext cx="2592000" cy="34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B5EB2FB-E49D-4D46-86F2-3684258385E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10000"/>
            <a:ext cx="8348664" cy="360000"/>
          </a:xfrm>
        </p:spPr>
        <p:txBody>
          <a:bodyPr anchor="ctr" anchorCtr="0"/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E13B4D-2EE8-4E23-AB8B-FE2C56FEADFA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EF8F3BB-8D88-4B85-ACEB-D7AE0D22AEBA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077086C-56AC-4431-AB13-6F7CBFD91606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93F7F13-7A07-4814-AB43-8F84506A23A5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9491C27-E720-48D2-9DA7-919D59ABA7F2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590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mixed content 01 Subtitl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7F26E5F-9A18-6E4F-B176-30231ED499AB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E5B0559-1D78-E844-91AC-962D90667374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C3ABE5C9-EDAE-484E-B3C8-3D513BC19BE6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4B31080-BFC6-5545-A346-E2309BAC44EB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EBD5EC6-74DB-D84A-8184-F281C3A20CF4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8A52113-5AC6-5746-8FB8-28BC1A557D21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00049" y="1238400"/>
            <a:ext cx="2592000" cy="31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F6870C70-B9C0-EC44-8654-D4EA6B8E30C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C560FD1-4EE5-C547-AF37-53F7F2F6097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8F76531-2263-B746-8424-A37E82AE2A5B}"/>
              </a:ext>
            </a:extLst>
          </p:cNvPr>
          <p:cNvSpPr>
            <a:spLocks noGrp="1"/>
          </p:cNvSpPr>
          <p:nvPr>
            <p:ph idx="36"/>
          </p:nvPr>
        </p:nvSpPr>
        <p:spPr bwMode="gray">
          <a:xfrm>
            <a:off x="3272878" y="1238400"/>
            <a:ext cx="2592000" cy="31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5B5657D-EED7-CC43-8B7E-8DCA4200FAB1}"/>
              </a:ext>
            </a:extLst>
          </p:cNvPr>
          <p:cNvSpPr>
            <a:spLocks noGrp="1"/>
          </p:cNvSpPr>
          <p:nvPr>
            <p:ph idx="37"/>
          </p:nvPr>
        </p:nvSpPr>
        <p:spPr bwMode="gray">
          <a:xfrm>
            <a:off x="6145707" y="1238400"/>
            <a:ext cx="2592000" cy="31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A8A048A1-DB09-1749-8414-C818F21F036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0048" y="700087"/>
            <a:ext cx="8348665" cy="250826"/>
          </a:xfrm>
        </p:spPr>
        <p:txBody>
          <a:bodyPr anchor="b" anchorCtr="0"/>
          <a:lstStyle>
            <a:lvl1pPr>
              <a:defRPr sz="1600">
                <a:solidFill>
                  <a:srgbClr val="575756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0B3C85-ADD7-9D4A-AE4E-41D605CDF847}"/>
              </a:ext>
            </a:extLst>
          </p:cNvPr>
          <p:cNvGrpSpPr/>
          <p:nvPr userDrawn="1"/>
        </p:nvGrpSpPr>
        <p:grpSpPr>
          <a:xfrm>
            <a:off x="-1720161" y="698918"/>
            <a:ext cx="1440000" cy="259933"/>
            <a:chOff x="-1720161" y="698918"/>
            <a:chExt cx="1440000" cy="25993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7E951F5-8A87-A148-AB7B-9F3C09E59A35}"/>
                </a:ext>
              </a:extLst>
            </p:cNvPr>
            <p:cNvSpPr/>
            <p:nvPr userDrawn="1"/>
          </p:nvSpPr>
          <p:spPr bwMode="gray">
            <a:xfrm>
              <a:off x="-1720161" y="698918"/>
              <a:ext cx="1440000" cy="25199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Subtitle area max 1 line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5D58250-2E33-744A-8382-0BD5865DCEFA}"/>
                </a:ext>
              </a:extLst>
            </p:cNvPr>
            <p:cNvCxnSpPr/>
            <p:nvPr userDrawn="1"/>
          </p:nvCxnSpPr>
          <p:spPr bwMode="gray">
            <a:xfrm>
              <a:off x="-1720161" y="958851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B645971-BA10-6349-9BCC-629FB013AFF6}"/>
                </a:ext>
              </a:extLst>
            </p:cNvPr>
            <p:cNvCxnSpPr/>
            <p:nvPr userDrawn="1"/>
          </p:nvCxnSpPr>
          <p:spPr bwMode="gray">
            <a:xfrm>
              <a:off x="-1720161" y="700088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D961D8-6B98-5E43-83F9-E661F7CFE83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400048" y="4767261"/>
            <a:ext cx="4032000" cy="376239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6FE49-9B96-644C-B420-9928047F5CFF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0" y="4767261"/>
            <a:ext cx="395287" cy="37623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860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9" userDrawn="1">
          <p15:clr>
            <a:srgbClr val="FBAE40"/>
          </p15:clr>
        </p15:guide>
        <p15:guide id="2" orient="horz" pos="441" userDrawn="1">
          <p15:clr>
            <a:srgbClr val="FBAE40"/>
          </p15:clr>
        </p15:guide>
        <p15:guide id="3" orient="horz" pos="781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mixed content 02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84846FB-699A-463E-A955-F026DADC7558}"/>
              </a:ext>
            </a:extLst>
          </p:cNvPr>
          <p:cNvSpPr>
            <a:spLocks noGrp="1"/>
          </p:cNvSpPr>
          <p:nvPr>
            <p:ph idx="30"/>
          </p:nvPr>
        </p:nvSpPr>
        <p:spPr bwMode="gray">
          <a:xfrm>
            <a:off x="3276000" y="988488"/>
            <a:ext cx="2592000" cy="3420000"/>
          </a:xfrm>
          <a:prstGeom prst="round2DiagRect">
            <a:avLst>
              <a:gd name="adj1" fmla="val 4716"/>
              <a:gd name="adj2" fmla="val 0"/>
            </a:avLst>
          </a:prstGeom>
          <a:solidFill>
            <a:srgbClr val="F5F5F5"/>
          </a:solidFill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39BF04A-B151-4FCD-B923-9E06FC63764E}"/>
              </a:ext>
            </a:extLst>
          </p:cNvPr>
          <p:cNvSpPr>
            <a:spLocks noGrp="1"/>
          </p:cNvSpPr>
          <p:nvPr>
            <p:ph idx="31"/>
          </p:nvPr>
        </p:nvSpPr>
        <p:spPr bwMode="gray">
          <a:xfrm>
            <a:off x="6151951" y="988488"/>
            <a:ext cx="2592000" cy="3420000"/>
          </a:xfrm>
          <a:prstGeom prst="round2DiagRect">
            <a:avLst>
              <a:gd name="adj1" fmla="val 4716"/>
              <a:gd name="adj2" fmla="val 0"/>
            </a:avLst>
          </a:prstGeom>
          <a:solidFill>
            <a:srgbClr val="F5F5F5"/>
          </a:solidFill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7AE12E7-C2F2-480E-A052-623F0EA45A11}"/>
              </a:ext>
            </a:extLst>
          </p:cNvPr>
          <p:cNvSpPr>
            <a:spLocks noGrp="1"/>
          </p:cNvSpPr>
          <p:nvPr>
            <p:ph idx="32"/>
          </p:nvPr>
        </p:nvSpPr>
        <p:spPr bwMode="gray">
          <a:xfrm>
            <a:off x="400049" y="988488"/>
            <a:ext cx="2592000" cy="3420000"/>
          </a:xfrm>
          <a:prstGeom prst="round2DiagRect">
            <a:avLst>
              <a:gd name="adj1" fmla="val 4716"/>
              <a:gd name="adj2" fmla="val 0"/>
            </a:avLst>
          </a:prstGeom>
          <a:solidFill>
            <a:srgbClr val="F5F5F5"/>
          </a:solidFill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E4FCA39-23CD-7144-A0F5-A1D8067196E9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556B97D-2B89-214C-A2F1-65A7020429D7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9C4A463-9D56-1F44-874F-6459F9E26E45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2FE43FB-3049-2D45-918D-7D964AB6BFCB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90F6897-A6BF-644B-8D4A-FC4B9E485A3A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FC73A157-07C4-0F4B-8008-24E51487096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BC8BD5F1-9204-5440-BE3B-22860274D1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19" name="Footer Placeholder 1">
            <a:extLst>
              <a:ext uri="{FF2B5EF4-FFF2-40B4-BE49-F238E27FC236}">
                <a16:creationId xmlns:a16="http://schemas.microsoft.com/office/drawing/2014/main" id="{5B1ABC9E-2BA6-4E17-B4BF-813BE6361F2C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400048" y="4767261"/>
            <a:ext cx="4032000" cy="376239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B41B698-3ACA-4493-817E-BE3AA049CF2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0" y="4767261"/>
            <a:ext cx="395287" cy="376239"/>
          </a:xfr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35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mixed content 02 Subtitl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84846FB-699A-463E-A955-F026DADC7558}"/>
              </a:ext>
            </a:extLst>
          </p:cNvPr>
          <p:cNvSpPr>
            <a:spLocks noGrp="1"/>
          </p:cNvSpPr>
          <p:nvPr>
            <p:ph idx="30"/>
          </p:nvPr>
        </p:nvSpPr>
        <p:spPr bwMode="gray">
          <a:xfrm>
            <a:off x="3276000" y="1238400"/>
            <a:ext cx="2592000" cy="3168000"/>
          </a:xfrm>
          <a:prstGeom prst="round2DiagRect">
            <a:avLst>
              <a:gd name="adj1" fmla="val 4716"/>
              <a:gd name="adj2" fmla="val 0"/>
            </a:avLst>
          </a:prstGeom>
          <a:solidFill>
            <a:srgbClr val="F5F5F5"/>
          </a:solidFill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39BF04A-B151-4FCD-B923-9E06FC63764E}"/>
              </a:ext>
            </a:extLst>
          </p:cNvPr>
          <p:cNvSpPr>
            <a:spLocks noGrp="1"/>
          </p:cNvSpPr>
          <p:nvPr>
            <p:ph idx="31"/>
          </p:nvPr>
        </p:nvSpPr>
        <p:spPr bwMode="gray">
          <a:xfrm>
            <a:off x="6151951" y="1238400"/>
            <a:ext cx="2592000" cy="3168000"/>
          </a:xfrm>
          <a:prstGeom prst="round2DiagRect">
            <a:avLst>
              <a:gd name="adj1" fmla="val 4716"/>
              <a:gd name="adj2" fmla="val 0"/>
            </a:avLst>
          </a:prstGeom>
          <a:solidFill>
            <a:srgbClr val="F5F5F5"/>
          </a:solidFill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7AE12E7-C2F2-480E-A052-623F0EA45A11}"/>
              </a:ext>
            </a:extLst>
          </p:cNvPr>
          <p:cNvSpPr>
            <a:spLocks noGrp="1"/>
          </p:cNvSpPr>
          <p:nvPr>
            <p:ph idx="32"/>
          </p:nvPr>
        </p:nvSpPr>
        <p:spPr bwMode="gray">
          <a:xfrm>
            <a:off x="400049" y="1238400"/>
            <a:ext cx="2592000" cy="3168000"/>
          </a:xfrm>
          <a:prstGeom prst="round2DiagRect">
            <a:avLst>
              <a:gd name="adj1" fmla="val 4716"/>
              <a:gd name="adj2" fmla="val 0"/>
            </a:avLst>
          </a:prstGeom>
          <a:solidFill>
            <a:srgbClr val="F5F5F5"/>
          </a:solidFill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E4FCA39-23CD-7144-A0F5-A1D8067196E9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556B97D-2B89-214C-A2F1-65A7020429D7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9C4A463-9D56-1F44-874F-6459F9E26E45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2FE43FB-3049-2D45-918D-7D964AB6BFCB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90F6897-A6BF-644B-8D4A-FC4B9E485A3A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FC73A157-07C4-0F4B-8008-24E51487096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BC8BD5F1-9204-5440-BE3B-22860274D1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60FA54-346A-ED41-BE98-D562052630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0048" y="700087"/>
            <a:ext cx="8348665" cy="250826"/>
          </a:xfrm>
        </p:spPr>
        <p:txBody>
          <a:bodyPr anchor="b" anchorCtr="0"/>
          <a:lstStyle>
            <a:lvl1pPr>
              <a:defRPr sz="1600">
                <a:solidFill>
                  <a:srgbClr val="575756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7A7469C-3ED6-4349-ACBE-03EBC6CFC800}"/>
              </a:ext>
            </a:extLst>
          </p:cNvPr>
          <p:cNvGrpSpPr/>
          <p:nvPr userDrawn="1"/>
        </p:nvGrpSpPr>
        <p:grpSpPr>
          <a:xfrm>
            <a:off x="-1720161" y="698918"/>
            <a:ext cx="1440000" cy="259933"/>
            <a:chOff x="-1720161" y="698918"/>
            <a:chExt cx="1440000" cy="25993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DA7E49E-77A7-E34B-9F31-7D04FADC4DD6}"/>
                </a:ext>
              </a:extLst>
            </p:cNvPr>
            <p:cNvSpPr/>
            <p:nvPr userDrawn="1"/>
          </p:nvSpPr>
          <p:spPr bwMode="gray">
            <a:xfrm>
              <a:off x="-1720161" y="698918"/>
              <a:ext cx="1440000" cy="25199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Subtitle area max 1 line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D7C01C-5CB6-A143-B4D5-5AB1E9F430B6}"/>
                </a:ext>
              </a:extLst>
            </p:cNvPr>
            <p:cNvCxnSpPr/>
            <p:nvPr userDrawn="1"/>
          </p:nvCxnSpPr>
          <p:spPr bwMode="gray">
            <a:xfrm>
              <a:off x="-1720161" y="958851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0EE53E5-8273-8341-8B44-87AD9B3CFE93}"/>
                </a:ext>
              </a:extLst>
            </p:cNvPr>
            <p:cNvCxnSpPr/>
            <p:nvPr userDrawn="1"/>
          </p:nvCxnSpPr>
          <p:spPr bwMode="gray">
            <a:xfrm>
              <a:off x="-1720161" y="700088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4F5A99-2E5F-B64A-99C3-F00CFD566AB2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00048" y="4767261"/>
            <a:ext cx="4032000" cy="376239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886DBF-314C-B742-B98D-9108B2FC811F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0" y="4767261"/>
            <a:ext cx="395287" cy="37623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90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1" userDrawn="1">
          <p15:clr>
            <a:srgbClr val="FBAE40"/>
          </p15:clr>
        </p15:guide>
        <p15:guide id="2" orient="horz" pos="599" userDrawn="1">
          <p15:clr>
            <a:srgbClr val="FBAE40"/>
          </p15:clr>
        </p15:guide>
        <p15:guide id="3" orient="horz" pos="781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1985163-AEE4-4FE2-985C-D32F227623E2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sp>
        <p:nvSpPr>
          <p:cNvPr id="11" name="Content Placeholder 25">
            <a:extLst>
              <a:ext uri="{FF2B5EF4-FFF2-40B4-BE49-F238E27FC236}">
                <a16:creationId xmlns:a16="http://schemas.microsoft.com/office/drawing/2014/main" id="{D606E5B8-15D2-4D4E-8CDF-3C88CD0DCDE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00049" y="988488"/>
            <a:ext cx="4032000" cy="342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62815B2-3E2C-407C-B263-07FE57397DE1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257C62-B54D-47CF-963A-2DAD4142208F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2ACA684-4736-43E4-90FA-5F522D33D554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3403AF9-D373-4495-906C-3B8DAC66E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63FC3BF-4840-4C51-B368-BB0074CE5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FBB00B0-AC5A-4566-9224-DC92E321EF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4D8AAEC-3341-4CCF-A5B3-3AC4204DB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76175A3-19CE-4441-B529-00020D736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7718D8A-036A-4D43-8B32-87AB095D7471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B166FD9-298A-4F62-9604-DAAE1D17A891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8CBF28E-043F-47D9-BCD3-74B54865EB13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25DAC5-6C86-4885-80CE-99A6D2803688}"/>
                </a:ext>
              </a:extLst>
            </p:cNvPr>
            <p:cNvCxnSpPr>
              <a:stCxn id="13" idx="0"/>
              <a:endCxn id="13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F63704E-A135-4917-9D64-7ECEE5426808}"/>
                </a:ext>
              </a:extLst>
            </p:cNvPr>
            <p:cNvCxnSpPr>
              <a:stCxn id="13" idx="3"/>
              <a:endCxn id="13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CF7526C-A9A0-4266-AD71-C8CADFCCDEA5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97BDBEA-C399-47A9-8296-90E46BF0D128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47" name="Title Placeholder 1">
            <a:extLst>
              <a:ext uri="{FF2B5EF4-FFF2-40B4-BE49-F238E27FC236}">
                <a16:creationId xmlns:a16="http://schemas.microsoft.com/office/drawing/2014/main" id="{557B1222-58FB-C245-A082-FA8A370E6F6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BF2550F3-7A18-0341-B533-05DC0129DE4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ADB02CE-8021-7048-8820-3EFA98195F15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5FEBC76-CEE8-6340-8ED9-3731013E5DF0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01F33FA-F45F-6342-BD9E-DB04F01CA1FA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CEC3AE4-4609-F34A-A17C-70E255FE908F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C70451B-9E42-5D42-AD90-962682BAD9CF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42" name="Footer Placeholder 7">
            <a:extLst>
              <a:ext uri="{FF2B5EF4-FFF2-40B4-BE49-F238E27FC236}">
                <a16:creationId xmlns:a16="http://schemas.microsoft.com/office/drawing/2014/main" id="{6FDCC669-AF6B-4DDD-93AC-4246C04599A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0049" y="4767260"/>
            <a:ext cx="4032000" cy="376239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3" name="Slide Number Placeholder 8">
            <a:extLst>
              <a:ext uri="{FF2B5EF4-FFF2-40B4-BE49-F238E27FC236}">
                <a16:creationId xmlns:a16="http://schemas.microsoft.com/office/drawing/2014/main" id="{0F901DB1-B5CF-46F5-BD9B-89EE61A4AE9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0" y="4767260"/>
            <a:ext cx="396000" cy="376239"/>
          </a:xfr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4" name="Picture Placeholder 26">
            <a:extLst>
              <a:ext uri="{FF2B5EF4-FFF2-40B4-BE49-F238E27FC236}">
                <a16:creationId xmlns:a16="http://schemas.microsoft.com/office/drawing/2014/main" id="{3696624E-4CAD-41EC-BB4F-47E58D3467D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716000" y="988487"/>
            <a:ext cx="4032000" cy="3420000"/>
          </a:xfrm>
          <a:prstGeom prst="round2DiagRect">
            <a:avLst>
              <a:gd name="adj1" fmla="val 4456"/>
              <a:gd name="adj2" fmla="val 0"/>
            </a:avLst>
          </a:prstGeom>
          <a:solidFill>
            <a:srgbClr val="999A9A"/>
          </a:solidFill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Place picture</a:t>
            </a:r>
          </a:p>
        </p:txBody>
      </p:sp>
    </p:spTree>
    <p:extLst>
      <p:ext uri="{BB962C8B-B14F-4D97-AF65-F5344CB8AC3E}">
        <p14:creationId xmlns:p14="http://schemas.microsoft.com/office/powerpoint/2010/main" val="257287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 Subtitl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1985163-AEE4-4FE2-985C-D32F227623E2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1EC11C6E-827B-4EEA-BEA7-06E78798D06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716713" y="1238400"/>
            <a:ext cx="4032000" cy="3168000"/>
          </a:xfrm>
          <a:prstGeom prst="round2DiagRect">
            <a:avLst>
              <a:gd name="adj1" fmla="val 4866"/>
              <a:gd name="adj2" fmla="val 0"/>
            </a:avLst>
          </a:prstGeom>
          <a:solidFill>
            <a:srgbClr val="999A9A"/>
          </a:solidFill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Place picture</a:t>
            </a:r>
          </a:p>
        </p:txBody>
      </p:sp>
      <p:sp>
        <p:nvSpPr>
          <p:cNvPr id="11" name="Content Placeholder 25">
            <a:extLst>
              <a:ext uri="{FF2B5EF4-FFF2-40B4-BE49-F238E27FC236}">
                <a16:creationId xmlns:a16="http://schemas.microsoft.com/office/drawing/2014/main" id="{D606E5B8-15D2-4D4E-8CDF-3C88CD0DCDE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00049" y="1238400"/>
            <a:ext cx="4032000" cy="3168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62815B2-3E2C-407C-B263-07FE57397DE1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257C62-B54D-47CF-963A-2DAD4142208F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2ACA684-4736-43E4-90FA-5F522D33D554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3403AF9-D373-4495-906C-3B8DAC66E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63FC3BF-4840-4C51-B368-BB0074CE5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FBB00B0-AC5A-4566-9224-DC92E321EF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4D8AAEC-3341-4CCF-A5B3-3AC4204DB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76175A3-19CE-4441-B529-00020D736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7718D8A-036A-4D43-8B32-87AB095D7471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B166FD9-298A-4F62-9604-DAAE1D17A891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8CBF28E-043F-47D9-BCD3-74B54865EB13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25DAC5-6C86-4885-80CE-99A6D2803688}"/>
                </a:ext>
              </a:extLst>
            </p:cNvPr>
            <p:cNvCxnSpPr>
              <a:stCxn id="13" idx="0"/>
              <a:endCxn id="13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F63704E-A135-4917-9D64-7ECEE5426808}"/>
                </a:ext>
              </a:extLst>
            </p:cNvPr>
            <p:cNvCxnSpPr>
              <a:stCxn id="13" idx="3"/>
              <a:endCxn id="13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CF7526C-A9A0-4266-AD71-C8CADFCCDEA5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97BDBEA-C399-47A9-8296-90E46BF0D128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47" name="Title Placeholder 1">
            <a:extLst>
              <a:ext uri="{FF2B5EF4-FFF2-40B4-BE49-F238E27FC236}">
                <a16:creationId xmlns:a16="http://schemas.microsoft.com/office/drawing/2014/main" id="{557B1222-58FB-C245-A082-FA8A370E6F6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BF2550F3-7A18-0341-B533-05DC0129DE4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ADB02CE-8021-7048-8820-3EFA98195F15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5FEBC76-CEE8-6340-8ED9-3731013E5DF0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01F33FA-F45F-6342-BD9E-DB04F01CA1FA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CEC3AE4-4609-F34A-A17C-70E255FE908F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C70451B-9E42-5D42-AD90-962682BAD9CF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3E3AE3D-59C7-2D43-B543-8C90BE8F7F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0048" y="700087"/>
            <a:ext cx="8348665" cy="250826"/>
          </a:xfrm>
        </p:spPr>
        <p:txBody>
          <a:bodyPr anchor="b" anchorCtr="0"/>
          <a:lstStyle>
            <a:lvl1pPr>
              <a:defRPr sz="1600">
                <a:solidFill>
                  <a:srgbClr val="575756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C0779DE-1BD1-5A45-847E-AF80340F4C47}"/>
              </a:ext>
            </a:extLst>
          </p:cNvPr>
          <p:cNvGrpSpPr/>
          <p:nvPr userDrawn="1"/>
        </p:nvGrpSpPr>
        <p:grpSpPr>
          <a:xfrm>
            <a:off x="-1720161" y="698918"/>
            <a:ext cx="1440000" cy="259933"/>
            <a:chOff x="-1720161" y="698918"/>
            <a:chExt cx="1440000" cy="259933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42F1CDA-87B8-434E-8F6E-36D9BD42210F}"/>
                </a:ext>
              </a:extLst>
            </p:cNvPr>
            <p:cNvSpPr/>
            <p:nvPr userDrawn="1"/>
          </p:nvSpPr>
          <p:spPr bwMode="gray">
            <a:xfrm>
              <a:off x="-1720161" y="698918"/>
              <a:ext cx="1440000" cy="25199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Subtitle area max 1 line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5F3D0ED-DFBE-844B-9D27-17EBCDE7CB2F}"/>
                </a:ext>
              </a:extLst>
            </p:cNvPr>
            <p:cNvCxnSpPr/>
            <p:nvPr userDrawn="1"/>
          </p:nvCxnSpPr>
          <p:spPr bwMode="gray">
            <a:xfrm>
              <a:off x="-1720161" y="958851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DF88E31-7162-C444-BA04-240FDD807A6A}"/>
                </a:ext>
              </a:extLst>
            </p:cNvPr>
            <p:cNvCxnSpPr/>
            <p:nvPr userDrawn="1"/>
          </p:nvCxnSpPr>
          <p:spPr bwMode="gray">
            <a:xfrm>
              <a:off x="-1720161" y="700088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DC18CF-FCD1-3245-BC22-D3AA142BC68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00048" y="4767261"/>
            <a:ext cx="4032000" cy="376239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918CFF-4951-4F41-9E4D-9C6B0EDD2A8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0" y="4767261"/>
            <a:ext cx="395287" cy="37623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05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1" userDrawn="1">
          <p15:clr>
            <a:srgbClr val="FBAE40"/>
          </p15:clr>
        </p15:guide>
        <p15:guide id="2" orient="horz" pos="599" userDrawn="1">
          <p15:clr>
            <a:srgbClr val="FBAE40"/>
          </p15:clr>
        </p15:guide>
        <p15:guide id="3" orient="horz" pos="781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lef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Placeholder 1">
            <a:extLst>
              <a:ext uri="{FF2B5EF4-FFF2-40B4-BE49-F238E27FC236}">
                <a16:creationId xmlns:a16="http://schemas.microsoft.com/office/drawing/2014/main" id="{57444E4F-8B5A-E34A-8ED3-4EF7B4E23A9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66DCF1C-8BEC-7A47-B0E6-B06E82CFB3B5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B11B9FF3-0E60-614B-970E-A7D7B6E6215C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B330FC4E-6DD2-DC44-A725-BF63C7E23995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E1C8BF90-4613-274E-A6C5-FFDE12678562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42759EB-7373-B148-AC45-177B10AE775E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81" name="Footer Placeholder 7">
            <a:extLst>
              <a:ext uri="{FF2B5EF4-FFF2-40B4-BE49-F238E27FC236}">
                <a16:creationId xmlns:a16="http://schemas.microsoft.com/office/drawing/2014/main" id="{B6725009-E705-4CF0-A3FC-DEB86691AB3F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399600" y="4767262"/>
            <a:ext cx="4032000" cy="376237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82" name="Slide Number Placeholder 8">
            <a:extLst>
              <a:ext uri="{FF2B5EF4-FFF2-40B4-BE49-F238E27FC236}">
                <a16:creationId xmlns:a16="http://schemas.microsoft.com/office/drawing/2014/main" id="{C41BF6B8-72CF-4A46-BCC8-091C2510D59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0" y="4767262"/>
            <a:ext cx="395287" cy="376237"/>
          </a:xfr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3" name="Content Placeholder 25">
            <a:extLst>
              <a:ext uri="{FF2B5EF4-FFF2-40B4-BE49-F238E27FC236}">
                <a16:creationId xmlns:a16="http://schemas.microsoft.com/office/drawing/2014/main" id="{DBC5CED9-8A98-4D77-83AB-E99E0DCF236E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05200" y="987424"/>
            <a:ext cx="4032000" cy="34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6288A63-92AA-4FF2-BB36-22CAD6F7784D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33F42FC-99E8-457E-8B0D-4A3CF87CF76C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EC364D6-6E60-4D15-9518-2221FAEA5B77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2DCAEA25-B94F-4E97-8187-0DB0B66C2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5CF6B069-659E-401F-B3DC-80BA92344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772907EC-D0A8-42C8-B2C5-0A8B79AECE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95133DA4-4D5B-4F83-9067-190CE83E1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50CE6463-C3A6-4001-ACB6-51EC2996B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42230AD7-12AE-4354-994C-AE0CB88C8F50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6E27805-F75C-4ADF-909F-1E346984730B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70EEB13D-9B0F-4BA7-B3F6-E7ED41F90024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C84273B-DFBB-4E6E-BDAB-867D200E0FB7}"/>
                </a:ext>
              </a:extLst>
            </p:cNvPr>
            <p:cNvCxnSpPr>
              <a:stCxn id="87" idx="0"/>
              <a:endCxn id="87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FCF48F7-A0AF-402A-81EE-A7A5CE36EC49}"/>
                </a:ext>
              </a:extLst>
            </p:cNvPr>
            <p:cNvCxnSpPr>
              <a:stCxn id="87" idx="3"/>
              <a:endCxn id="87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98ED4C48-17CB-45C4-A386-DB4F36F30838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F08D82B-3AD3-4382-B447-3514C1FCEC7F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99" name="Picture Placeholder 29">
            <a:extLst>
              <a:ext uri="{FF2B5EF4-FFF2-40B4-BE49-F238E27FC236}">
                <a16:creationId xmlns:a16="http://schemas.microsoft.com/office/drawing/2014/main" id="{54E0393B-89D5-43D0-B31E-E59F18B9F9F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395287" y="987424"/>
            <a:ext cx="4032000" cy="3420000"/>
          </a:xfrm>
          <a:prstGeom prst="round2DiagRect">
            <a:avLst>
              <a:gd name="adj1" fmla="val 4456"/>
              <a:gd name="adj2" fmla="val 0"/>
            </a:avLst>
          </a:prstGeom>
          <a:solidFill>
            <a:srgbClr val="999A9A"/>
          </a:solidFill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Place picture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B5C5751D-0673-46A8-8651-2FA92B97C1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8" y="4408488"/>
            <a:ext cx="8348664" cy="358775"/>
          </a:xfrm>
        </p:spPr>
        <p:txBody>
          <a:bodyPr anchor="ctr" anchorCtr="0"/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</p:spTree>
    <p:extLst>
      <p:ext uri="{BB962C8B-B14F-4D97-AF65-F5344CB8AC3E}">
        <p14:creationId xmlns:p14="http://schemas.microsoft.com/office/powerpoint/2010/main" val="3733881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left Subtitl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C6265B0-5A9B-446A-A741-5F8B34D0E72C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sp>
        <p:nvSpPr>
          <p:cNvPr id="41" name="Picture Placeholder 26">
            <a:extLst>
              <a:ext uri="{FF2B5EF4-FFF2-40B4-BE49-F238E27FC236}">
                <a16:creationId xmlns:a16="http://schemas.microsoft.com/office/drawing/2014/main" id="{9DA5E010-55A0-014B-8CD7-FAC346AE9EFE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395288" y="1238400"/>
            <a:ext cx="4032000" cy="3168000"/>
          </a:xfrm>
          <a:prstGeom prst="round2DiagRect">
            <a:avLst>
              <a:gd name="adj1" fmla="val 4866"/>
              <a:gd name="adj2" fmla="val 0"/>
            </a:avLst>
          </a:prstGeom>
          <a:solidFill>
            <a:srgbClr val="999A9A"/>
          </a:solidFill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Place picture</a:t>
            </a:r>
          </a:p>
        </p:txBody>
      </p:sp>
      <p:sp>
        <p:nvSpPr>
          <p:cNvPr id="42" name="Content Placeholder 25">
            <a:extLst>
              <a:ext uri="{FF2B5EF4-FFF2-40B4-BE49-F238E27FC236}">
                <a16:creationId xmlns:a16="http://schemas.microsoft.com/office/drawing/2014/main" id="{61BD9277-A88C-604C-9503-35FAC4DCAF4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04480" y="1238400"/>
            <a:ext cx="4032000" cy="3168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39ABD9B-0617-E946-8ECD-3D0361B207CE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161E0AB-89FA-774A-A252-685588060E77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C819756-BB67-2245-9A2F-C9E42B3EF95E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4737935C-C5B9-494A-9EBC-471C72102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12E5DA4F-390D-1A44-A7F3-2E10696FD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9656F19-0FBE-2F48-8F4D-052F7586A9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7869358A-6367-BD4A-BF06-A626BA3E2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BFBCA1D9-7581-7646-AE89-4B27C3A77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20766F8-4E4C-5649-A47E-400B1BD5D29E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064392A-BA5E-3240-8E58-0AA2DE095232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E027CB9-CA0E-9040-BA4A-5B52A2AC76C8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7887344-8CAE-DE45-9696-CF2BB53E5003}"/>
                </a:ext>
              </a:extLst>
            </p:cNvPr>
            <p:cNvCxnSpPr>
              <a:stCxn id="46" idx="0"/>
              <a:endCxn id="46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87CAFBA-5C1E-EE40-9C67-92D62F40D43C}"/>
                </a:ext>
              </a:extLst>
            </p:cNvPr>
            <p:cNvCxnSpPr>
              <a:stCxn id="46" idx="3"/>
              <a:endCxn id="46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F43CAFD-A645-BE4F-BA51-0072C4B18F94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D990E3D-E6B5-A645-B6C7-04AEC93DC77C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69" name="Title Placeholder 1">
            <a:extLst>
              <a:ext uri="{FF2B5EF4-FFF2-40B4-BE49-F238E27FC236}">
                <a16:creationId xmlns:a16="http://schemas.microsoft.com/office/drawing/2014/main" id="{57444E4F-8B5A-E34A-8ED3-4EF7B4E23A9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A274E014-EE4B-8748-8FCB-9B70091C38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66DCF1C-8BEC-7A47-B0E6-B06E82CFB3B5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B11B9FF3-0E60-614B-970E-A7D7B6E6215C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B330FC4E-6DD2-DC44-A725-BF63C7E23995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E1C8BF90-4613-274E-A6C5-FFDE12678562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42759EB-7373-B148-AC45-177B10AE775E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FB28F606-37C9-8241-8385-3F16CE0901A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0048" y="700087"/>
            <a:ext cx="8348665" cy="250826"/>
          </a:xfrm>
        </p:spPr>
        <p:txBody>
          <a:bodyPr anchor="b" anchorCtr="0"/>
          <a:lstStyle>
            <a:lvl1pPr>
              <a:defRPr sz="1600">
                <a:solidFill>
                  <a:srgbClr val="575756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31DB765-9700-B246-9DCF-DFE7C93993AE}"/>
              </a:ext>
            </a:extLst>
          </p:cNvPr>
          <p:cNvGrpSpPr/>
          <p:nvPr userDrawn="1"/>
        </p:nvGrpSpPr>
        <p:grpSpPr>
          <a:xfrm>
            <a:off x="-1720161" y="698918"/>
            <a:ext cx="1440000" cy="259933"/>
            <a:chOff x="-1720161" y="698918"/>
            <a:chExt cx="1440000" cy="259933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E985769-9092-BF45-8E70-015F5DF07C55}"/>
                </a:ext>
              </a:extLst>
            </p:cNvPr>
            <p:cNvSpPr/>
            <p:nvPr userDrawn="1"/>
          </p:nvSpPr>
          <p:spPr bwMode="gray">
            <a:xfrm>
              <a:off x="-1720161" y="698918"/>
              <a:ext cx="1440000" cy="25199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Subtitle area max 1 line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DC8630E-098D-6D4A-BF48-3169CD0AE943}"/>
                </a:ext>
              </a:extLst>
            </p:cNvPr>
            <p:cNvCxnSpPr/>
            <p:nvPr userDrawn="1"/>
          </p:nvCxnSpPr>
          <p:spPr bwMode="gray">
            <a:xfrm>
              <a:off x="-1720161" y="958851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A7A0FD0-B26B-964E-A9D9-5BDED04A31DC}"/>
                </a:ext>
              </a:extLst>
            </p:cNvPr>
            <p:cNvCxnSpPr/>
            <p:nvPr userDrawn="1"/>
          </p:nvCxnSpPr>
          <p:spPr bwMode="gray">
            <a:xfrm>
              <a:off x="-1720161" y="700088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87A2DE-DCC0-D94E-B461-E4E1E0B24E2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00048" y="4767261"/>
            <a:ext cx="4032000" cy="376239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B6F0F2-F169-0F47-A1A0-462349C241D1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0" y="4767261"/>
            <a:ext cx="395287" cy="37623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25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1" userDrawn="1">
          <p15:clr>
            <a:srgbClr val="FBAE40"/>
          </p15:clr>
        </p15:guide>
        <p15:guide id="2" orient="horz" pos="599" userDrawn="1">
          <p15:clr>
            <a:srgbClr val="FBAE40"/>
          </p15:clr>
        </p15:guide>
        <p15:guide id="3" orient="horz" pos="781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(dark) image right 01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92">
            <a:extLst>
              <a:ext uri="{FF2B5EF4-FFF2-40B4-BE49-F238E27FC236}">
                <a16:creationId xmlns:a16="http://schemas.microsoft.com/office/drawing/2014/main" id="{05060508-53A8-D046-B9B0-8D2882985265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A269004-EA89-954E-B128-093DAE5F94B6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717ADCF-DEB5-0A4F-A417-0A1D3818C5AA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29BB2C14-F537-DF46-B3E2-CFEE96E69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F365F0DB-88B0-E547-8255-E2925C586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F7A0CB80-55D4-6B47-999A-033CE995E6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D88BD1A9-B3DB-6143-857D-B51F3F9D8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5979A9F1-7564-7645-9243-29003C342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F139EC5-5D1B-F54A-BE38-B4B5739F1E9D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5D133F6-6A7A-F040-9799-59CD5C3D05F6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FD5CAE8F-B106-2240-A089-9626A7C4E793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7B66257-8939-F148-85F7-2C625A6DB235}"/>
                </a:ext>
              </a:extLst>
            </p:cNvPr>
            <p:cNvCxnSpPr>
              <a:stCxn id="96" idx="0"/>
              <a:endCxn id="96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CBDCA2D-D6B9-7540-BC2E-70901404B435}"/>
                </a:ext>
              </a:extLst>
            </p:cNvPr>
            <p:cNvCxnSpPr>
              <a:stCxn id="96" idx="3"/>
              <a:endCxn id="96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987E1631-EB12-BF48-96CB-6BF6F88837B1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29E7010-15AA-214F-B942-E33D5AA5569A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120" name="Text Placeholder 4">
            <a:extLst>
              <a:ext uri="{FF2B5EF4-FFF2-40B4-BE49-F238E27FC236}">
                <a16:creationId xmlns:a16="http://schemas.microsoft.com/office/drawing/2014/main" id="{7F0D325C-20EE-494E-AD27-794D57B2A4B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4741199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126" name="Picture Placeholder 57">
            <a:extLst>
              <a:ext uri="{FF2B5EF4-FFF2-40B4-BE49-F238E27FC236}">
                <a16:creationId xmlns:a16="http://schemas.microsoft.com/office/drawing/2014/main" id="{669F97A0-C9B3-CC4C-B97D-7D1573D19E9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5413375" y="0"/>
            <a:ext cx="3730625" cy="4766400"/>
          </a:xfrm>
          <a:custGeom>
            <a:avLst/>
            <a:gdLst>
              <a:gd name="connsiteX0" fmla="*/ 0 w 3730625"/>
              <a:gd name="connsiteY0" fmla="*/ 0 h 5143500"/>
              <a:gd name="connsiteX1" fmla="*/ 3730625 w 3730625"/>
              <a:gd name="connsiteY1" fmla="*/ 0 h 5143500"/>
              <a:gd name="connsiteX2" fmla="*/ 3730625 w 3730625"/>
              <a:gd name="connsiteY2" fmla="*/ 1720312 h 5143500"/>
              <a:gd name="connsiteX3" fmla="*/ 3730625 w 3730625"/>
              <a:gd name="connsiteY3" fmla="*/ 4597581 h 5143500"/>
              <a:gd name="connsiteX4" fmla="*/ 3730625 w 3730625"/>
              <a:gd name="connsiteY4" fmla="*/ 5143500 h 5143500"/>
              <a:gd name="connsiteX5" fmla="*/ 0 w 3730625"/>
              <a:gd name="connsiteY5" fmla="*/ 5143500 h 5143500"/>
              <a:gd name="connsiteX6" fmla="*/ 0 w 3730625"/>
              <a:gd name="connsiteY6" fmla="*/ 4777200 h 5143500"/>
              <a:gd name="connsiteX7" fmla="*/ 0 w 3730625"/>
              <a:gd name="connsiteY7" fmla="*/ 1720312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625" h="5143500">
                <a:moveTo>
                  <a:pt x="0" y="0"/>
                </a:moveTo>
                <a:lnTo>
                  <a:pt x="3730625" y="0"/>
                </a:lnTo>
                <a:lnTo>
                  <a:pt x="3730625" y="1720312"/>
                </a:lnTo>
                <a:lnTo>
                  <a:pt x="3730625" y="4597581"/>
                </a:lnTo>
                <a:lnTo>
                  <a:pt x="3730625" y="5143500"/>
                </a:lnTo>
                <a:lnTo>
                  <a:pt x="0" y="5143500"/>
                </a:lnTo>
                <a:lnTo>
                  <a:pt x="0" y="4777200"/>
                </a:lnTo>
                <a:lnTo>
                  <a:pt x="0" y="1720312"/>
                </a:lnTo>
                <a:close/>
              </a:path>
            </a:pathLst>
          </a:custGeom>
          <a:solidFill>
            <a:srgbClr val="999A9A"/>
          </a:solidFill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Place picture</a:t>
            </a:r>
          </a:p>
        </p:txBody>
      </p:sp>
      <p:sp>
        <p:nvSpPr>
          <p:cNvPr id="127" name="Content Placeholder 25">
            <a:extLst>
              <a:ext uri="{FF2B5EF4-FFF2-40B4-BE49-F238E27FC236}">
                <a16:creationId xmlns:a16="http://schemas.microsoft.com/office/drawing/2014/main" id="{4D3E1E4E-17CC-E945-A073-236D3CEA95C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00049" y="1238400"/>
            <a:ext cx="4741200" cy="31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8" name="Title Placeholder 1">
            <a:extLst>
              <a:ext uri="{FF2B5EF4-FFF2-40B4-BE49-F238E27FC236}">
                <a16:creationId xmlns:a16="http://schemas.microsoft.com/office/drawing/2014/main" id="{22CA44FC-2FF8-F14D-88AB-120F3BEE24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0048" y="376239"/>
            <a:ext cx="4741200" cy="611186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5DF3FF0-BD9A-8644-994E-0054BDDC8B7B}"/>
              </a:ext>
            </a:extLst>
          </p:cNvPr>
          <p:cNvGrpSpPr/>
          <p:nvPr userDrawn="1"/>
        </p:nvGrpSpPr>
        <p:grpSpPr>
          <a:xfrm>
            <a:off x="-1580081" y="372917"/>
            <a:ext cx="1440000" cy="614508"/>
            <a:chOff x="-1499808" y="287422"/>
            <a:chExt cx="1440000" cy="614508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6623A0BB-F01E-F34D-AC68-7D6FBE0B7394}"/>
                </a:ext>
              </a:extLst>
            </p:cNvPr>
            <p:cNvSpPr/>
            <p:nvPr/>
          </p:nvSpPr>
          <p:spPr bwMode="gray">
            <a:xfrm>
              <a:off x="-1499808" y="287422"/>
              <a:ext cx="1440000" cy="614508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</a:t>
              </a:r>
            </a:p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max over 2 lines</a:t>
              </a: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AAE4FF14-B8F5-A941-B6D9-B450ADD79217}"/>
                </a:ext>
              </a:extLst>
            </p:cNvPr>
            <p:cNvGrpSpPr/>
            <p:nvPr/>
          </p:nvGrpSpPr>
          <p:grpSpPr bwMode="gray">
            <a:xfrm>
              <a:off x="-1499808" y="298535"/>
              <a:ext cx="1440000" cy="603395"/>
              <a:chOff x="-720001" y="298535"/>
              <a:chExt cx="1080000" cy="603395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F5147E07-EF84-E64E-9254-104AF537871D}"/>
                  </a:ext>
                </a:extLst>
              </p:cNvPr>
              <p:cNvCxnSpPr/>
              <p:nvPr/>
            </p:nvCxnSpPr>
            <p:spPr bwMode="gray">
              <a:xfrm>
                <a:off x="-720001" y="901930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81E5B6CD-3DCC-3E4A-A8EF-C68539CF43A5}"/>
                  </a:ext>
                </a:extLst>
              </p:cNvPr>
              <p:cNvCxnSpPr/>
              <p:nvPr/>
            </p:nvCxnSpPr>
            <p:spPr bwMode="gray">
              <a:xfrm>
                <a:off x="-720001" y="298535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1" name="Footer Placeholder 16">
            <a:extLst>
              <a:ext uri="{FF2B5EF4-FFF2-40B4-BE49-F238E27FC236}">
                <a16:creationId xmlns:a16="http://schemas.microsoft.com/office/drawing/2014/main" id="{57C4231C-7E5E-4FC0-BD2B-51700F9583D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8" y="4765500"/>
            <a:ext cx="4032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2" name="Slide Number Placeholder 17">
            <a:extLst>
              <a:ext uri="{FF2B5EF4-FFF2-40B4-BE49-F238E27FC236}">
                <a16:creationId xmlns:a16="http://schemas.microsoft.com/office/drawing/2014/main" id="{AE8656DF-B71C-4AEE-B051-E7F4979CE7A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0" y="4765500"/>
            <a:ext cx="396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9" name="Logo">
            <a:extLst>
              <a:ext uri="{FF2B5EF4-FFF2-40B4-BE49-F238E27FC236}">
                <a16:creationId xmlns:a16="http://schemas.microsoft.com/office/drawing/2014/main" id="{72F5AA1E-F5B8-49F1-8074-CDB06D7E2203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414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  <p15:guide id="2" orient="horz" pos="781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(dark) image right 02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1889E18-4E52-4135-BEEE-1E2EF3FF2CE8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 bwMode="gray">
          <a:xfrm>
            <a:off x="4730398" y="0"/>
            <a:ext cx="4413602" cy="4766400"/>
          </a:xfrm>
          <a:custGeom>
            <a:avLst/>
            <a:gdLst>
              <a:gd name="connsiteX0" fmla="*/ 1876663 w 4413602"/>
              <a:gd name="connsiteY0" fmla="*/ 0 h 4765500"/>
              <a:gd name="connsiteX1" fmla="*/ 4413602 w 4413602"/>
              <a:gd name="connsiteY1" fmla="*/ 0 h 4765500"/>
              <a:gd name="connsiteX2" fmla="*/ 4413602 w 4413602"/>
              <a:gd name="connsiteY2" fmla="*/ 4226490 h 4765500"/>
              <a:gd name="connsiteX3" fmla="*/ 4413602 w 4413602"/>
              <a:gd name="connsiteY3" fmla="*/ 4583030 h 4765500"/>
              <a:gd name="connsiteX4" fmla="*/ 4412548 w 4413602"/>
              <a:gd name="connsiteY4" fmla="*/ 4765500 h 4765500"/>
              <a:gd name="connsiteX5" fmla="*/ 23920 w 4413602"/>
              <a:gd name="connsiteY5" fmla="*/ 4765500 h 4765500"/>
              <a:gd name="connsiteX6" fmla="*/ 17951 w 4413602"/>
              <a:gd name="connsiteY6" fmla="*/ 4685366 h 4765500"/>
              <a:gd name="connsiteX7" fmla="*/ 363600 w 4413602"/>
              <a:gd name="connsiteY7" fmla="*/ 1926720 h 4765500"/>
              <a:gd name="connsiteX8" fmla="*/ 1876663 w 4413602"/>
              <a:gd name="connsiteY8" fmla="*/ 0 h 47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3602" h="4765500">
                <a:moveTo>
                  <a:pt x="1876663" y="0"/>
                </a:moveTo>
                <a:lnTo>
                  <a:pt x="4413602" y="0"/>
                </a:lnTo>
                <a:lnTo>
                  <a:pt x="4413602" y="4226490"/>
                </a:lnTo>
                <a:lnTo>
                  <a:pt x="4413602" y="4583030"/>
                </a:lnTo>
                <a:lnTo>
                  <a:pt x="4412548" y="4765500"/>
                </a:lnTo>
                <a:lnTo>
                  <a:pt x="23920" y="4765500"/>
                </a:lnTo>
                <a:lnTo>
                  <a:pt x="17951" y="4685366"/>
                </a:lnTo>
                <a:cubicBezTo>
                  <a:pt x="-23554" y="4077883"/>
                  <a:pt x="-23554" y="2946559"/>
                  <a:pt x="363600" y="1926720"/>
                </a:cubicBezTo>
                <a:cubicBezTo>
                  <a:pt x="980770" y="292703"/>
                  <a:pt x="1876663" y="0"/>
                  <a:pt x="1876663" y="0"/>
                </a:cubicBezTo>
                <a:close/>
              </a:path>
            </a:pathLst>
          </a:custGeom>
          <a:solidFill>
            <a:srgbClr val="999A9A"/>
          </a:solidFill>
          <a:ln>
            <a:noFill/>
          </a:ln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Place picture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26CC78C-1364-4DE4-9C6E-8D0D03C26969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F2DF78C-7ADA-4CF8-A8E1-FAA55680C56A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994012E-EE63-4713-96BE-98D600B3FE28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3BD0094-0AAB-4D2C-96D9-BF8FCAC7D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FBB2362-4BCD-453C-BA26-D293C8B42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03FFAB0-676A-4005-A597-49715A160B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A53663F-C37A-4AD0-96F0-CEC116F8B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03539C7-C9D0-49B0-A9EB-F646C036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25D99A7-A23C-417F-9692-1D2FF44537EC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8285432-B1DD-4B6A-BB4E-988C52DBD143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65B24F7-E38D-47F2-9DB7-8B671BCA227F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C44560E-3897-4000-80BA-107C6BCAB0CB}"/>
                </a:ext>
              </a:extLst>
            </p:cNvPr>
            <p:cNvCxnSpPr>
              <a:stCxn id="29" idx="0"/>
              <a:endCxn id="29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B6788B-32DB-4523-9E50-0F7440C2CB3C}"/>
                </a:ext>
              </a:extLst>
            </p:cNvPr>
            <p:cNvCxnSpPr>
              <a:stCxn id="29" idx="3"/>
              <a:endCxn id="29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A8E5A27-8E0E-4706-BD12-1701F25F2E06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8FD91C1-415B-4EE2-AFA1-2AEA572BE3D2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68" name="Title Placeholder 1">
            <a:extLst>
              <a:ext uri="{FF2B5EF4-FFF2-40B4-BE49-F238E27FC236}">
                <a16:creationId xmlns:a16="http://schemas.microsoft.com/office/drawing/2014/main" id="{D6F024A7-1A6D-C042-B9E4-04206A7769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0048" y="376239"/>
            <a:ext cx="4741200" cy="611186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227CC5B-966D-7043-BA45-D0F565C00D77}"/>
              </a:ext>
            </a:extLst>
          </p:cNvPr>
          <p:cNvGrpSpPr/>
          <p:nvPr userDrawn="1"/>
        </p:nvGrpSpPr>
        <p:grpSpPr>
          <a:xfrm>
            <a:off x="-1580081" y="372917"/>
            <a:ext cx="1440000" cy="614508"/>
            <a:chOff x="-1499808" y="287422"/>
            <a:chExt cx="1440000" cy="61450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DC5AD3F-63D0-1943-8F96-98C346B2EB7B}"/>
                </a:ext>
              </a:extLst>
            </p:cNvPr>
            <p:cNvSpPr/>
            <p:nvPr/>
          </p:nvSpPr>
          <p:spPr bwMode="gray">
            <a:xfrm>
              <a:off x="-1499808" y="287422"/>
              <a:ext cx="1440000" cy="614508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</a:t>
              </a:r>
            </a:p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max over 2 lines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8AC76DC-C1F8-A141-AE1D-384CC6338ADE}"/>
                </a:ext>
              </a:extLst>
            </p:cNvPr>
            <p:cNvGrpSpPr/>
            <p:nvPr/>
          </p:nvGrpSpPr>
          <p:grpSpPr bwMode="gray">
            <a:xfrm>
              <a:off x="-1499808" y="298535"/>
              <a:ext cx="1440000" cy="603395"/>
              <a:chOff x="-720001" y="298535"/>
              <a:chExt cx="1080000" cy="603395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75C33610-5DE3-3841-BFDA-AA37CB5EEB80}"/>
                  </a:ext>
                </a:extLst>
              </p:cNvPr>
              <p:cNvCxnSpPr/>
              <p:nvPr/>
            </p:nvCxnSpPr>
            <p:spPr bwMode="gray">
              <a:xfrm>
                <a:off x="-720001" y="901930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C3052079-B578-EA43-8A01-2C779C6FD72E}"/>
                  </a:ext>
                </a:extLst>
              </p:cNvPr>
              <p:cNvCxnSpPr/>
              <p:nvPr/>
            </p:nvCxnSpPr>
            <p:spPr bwMode="gray">
              <a:xfrm>
                <a:off x="-720001" y="298535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Footer Placeholder 16">
            <a:extLst>
              <a:ext uri="{FF2B5EF4-FFF2-40B4-BE49-F238E27FC236}">
                <a16:creationId xmlns:a16="http://schemas.microsoft.com/office/drawing/2014/main" id="{0D9C6FF3-0365-4102-B38A-260A45F62E3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9" y="4765500"/>
            <a:ext cx="4032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5" name="Slide Number Placeholder 17">
            <a:extLst>
              <a:ext uri="{FF2B5EF4-FFF2-40B4-BE49-F238E27FC236}">
                <a16:creationId xmlns:a16="http://schemas.microsoft.com/office/drawing/2014/main" id="{A96DC2F9-B373-4FDE-B68F-033EE8EF5D3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6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9146C0F4-2F09-4ACF-9040-F6BACF0A72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7"/>
            <a:ext cx="3992400" cy="358776"/>
          </a:xfrm>
        </p:spPr>
        <p:txBody>
          <a:bodyPr anchor="ctr" anchorCtr="0"/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60" name="Content Placeholder 25">
            <a:extLst>
              <a:ext uri="{FF2B5EF4-FFF2-40B4-BE49-F238E27FC236}">
                <a16:creationId xmlns:a16="http://schemas.microsoft.com/office/drawing/2014/main" id="{1E39E3F9-6F36-4315-9B92-F84C1E26472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00049" y="1238400"/>
            <a:ext cx="4032000" cy="31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Logo">
            <a:extLst>
              <a:ext uri="{FF2B5EF4-FFF2-40B4-BE49-F238E27FC236}">
                <a16:creationId xmlns:a16="http://schemas.microsoft.com/office/drawing/2014/main" id="{B2CB61A8-B8C8-4DF1-884B-DF429024172B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136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  <p15:guide id="2" orient="horz" pos="781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(dark) image right 03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49">
            <a:extLst>
              <a:ext uri="{FF2B5EF4-FFF2-40B4-BE49-F238E27FC236}">
                <a16:creationId xmlns:a16="http://schemas.microsoft.com/office/drawing/2014/main" id="{CA810BAC-25F8-45B6-8E1B-6E9D1A83010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306370" y="0"/>
            <a:ext cx="4837630" cy="4766400"/>
          </a:xfrm>
          <a:custGeom>
            <a:avLst/>
            <a:gdLst>
              <a:gd name="connsiteX0" fmla="*/ 4837580 w 4837580"/>
              <a:gd name="connsiteY0" fmla="*/ 0 h 4778864"/>
              <a:gd name="connsiteX1" fmla="*/ 4837580 w 4837580"/>
              <a:gd name="connsiteY1" fmla="*/ 4236509 h 4778864"/>
              <a:gd name="connsiteX2" fmla="*/ 4837580 w 4837580"/>
              <a:gd name="connsiteY2" fmla="*/ 4595309 h 4778864"/>
              <a:gd name="connsiteX3" fmla="*/ 1402464 w 4837580"/>
              <a:gd name="connsiteY3" fmla="*/ 4771886 h 4778864"/>
              <a:gd name="connsiteX4" fmla="*/ 700088 w 4837580"/>
              <a:gd name="connsiteY4" fmla="*/ 4778864 h 4778864"/>
              <a:gd name="connsiteX5" fmla="*/ 703984 w 4837580"/>
              <a:gd name="connsiteY5" fmla="*/ 4741921 h 4778864"/>
              <a:gd name="connsiteX6" fmla="*/ 682952 w 4837580"/>
              <a:gd name="connsiteY6" fmla="*/ 2049789 h 4778864"/>
              <a:gd name="connsiteX7" fmla="*/ 0 w 4837580"/>
              <a:gd name="connsiteY7" fmla="*/ 2847 h 4778864"/>
              <a:gd name="connsiteX0" fmla="*/ 4837580 w 4837580"/>
              <a:gd name="connsiteY0" fmla="*/ 0 h 4778864"/>
              <a:gd name="connsiteX1" fmla="*/ 4837580 w 4837580"/>
              <a:gd name="connsiteY1" fmla="*/ 4236509 h 4778864"/>
              <a:gd name="connsiteX2" fmla="*/ 4837580 w 4837580"/>
              <a:gd name="connsiteY2" fmla="*/ 4595309 h 4778864"/>
              <a:gd name="connsiteX3" fmla="*/ 1402464 w 4837580"/>
              <a:gd name="connsiteY3" fmla="*/ 4771886 h 4778864"/>
              <a:gd name="connsiteX4" fmla="*/ 700088 w 4837580"/>
              <a:gd name="connsiteY4" fmla="*/ 4778864 h 4778864"/>
              <a:gd name="connsiteX5" fmla="*/ 703984 w 4837580"/>
              <a:gd name="connsiteY5" fmla="*/ 4741921 h 4778864"/>
              <a:gd name="connsiteX6" fmla="*/ 682952 w 4837580"/>
              <a:gd name="connsiteY6" fmla="*/ 2049789 h 4778864"/>
              <a:gd name="connsiteX7" fmla="*/ 0 w 4837580"/>
              <a:gd name="connsiteY7" fmla="*/ 2847 h 4778864"/>
              <a:gd name="connsiteX8" fmla="*/ 4837580 w 4837580"/>
              <a:gd name="connsiteY8" fmla="*/ 0 h 4778864"/>
              <a:gd name="connsiteX0" fmla="*/ 4837580 w 4837580"/>
              <a:gd name="connsiteY0" fmla="*/ 0 h 4778864"/>
              <a:gd name="connsiteX1" fmla="*/ 4837580 w 4837580"/>
              <a:gd name="connsiteY1" fmla="*/ 4236509 h 4778864"/>
              <a:gd name="connsiteX2" fmla="*/ 4837580 w 4837580"/>
              <a:gd name="connsiteY2" fmla="*/ 4595309 h 4778864"/>
              <a:gd name="connsiteX3" fmla="*/ 3970593 w 4837580"/>
              <a:gd name="connsiteY3" fmla="*/ 4644726 h 4778864"/>
              <a:gd name="connsiteX4" fmla="*/ 1402464 w 4837580"/>
              <a:gd name="connsiteY4" fmla="*/ 4771886 h 4778864"/>
              <a:gd name="connsiteX5" fmla="*/ 700088 w 4837580"/>
              <a:gd name="connsiteY5" fmla="*/ 4778864 h 4778864"/>
              <a:gd name="connsiteX6" fmla="*/ 703984 w 4837580"/>
              <a:gd name="connsiteY6" fmla="*/ 4741921 h 4778864"/>
              <a:gd name="connsiteX7" fmla="*/ 682952 w 4837580"/>
              <a:gd name="connsiteY7" fmla="*/ 2049789 h 4778864"/>
              <a:gd name="connsiteX8" fmla="*/ 0 w 4837580"/>
              <a:gd name="connsiteY8" fmla="*/ 2847 h 4778864"/>
              <a:gd name="connsiteX9" fmla="*/ 4837580 w 4837580"/>
              <a:gd name="connsiteY9" fmla="*/ 0 h 4778864"/>
              <a:gd name="connsiteX0" fmla="*/ 4837580 w 4851126"/>
              <a:gd name="connsiteY0" fmla="*/ 0 h 4778864"/>
              <a:gd name="connsiteX1" fmla="*/ 4837580 w 4851126"/>
              <a:gd name="connsiteY1" fmla="*/ 4236509 h 4778864"/>
              <a:gd name="connsiteX2" fmla="*/ 4837580 w 4851126"/>
              <a:gd name="connsiteY2" fmla="*/ 4595309 h 4778864"/>
              <a:gd name="connsiteX3" fmla="*/ 4851126 w 4851126"/>
              <a:gd name="connsiteY3" fmla="*/ 4766505 h 4778864"/>
              <a:gd name="connsiteX4" fmla="*/ 1402464 w 4851126"/>
              <a:gd name="connsiteY4" fmla="*/ 4771886 h 4778864"/>
              <a:gd name="connsiteX5" fmla="*/ 700088 w 4851126"/>
              <a:gd name="connsiteY5" fmla="*/ 4778864 h 4778864"/>
              <a:gd name="connsiteX6" fmla="*/ 703984 w 4851126"/>
              <a:gd name="connsiteY6" fmla="*/ 4741921 h 4778864"/>
              <a:gd name="connsiteX7" fmla="*/ 682952 w 4851126"/>
              <a:gd name="connsiteY7" fmla="*/ 2049789 h 4778864"/>
              <a:gd name="connsiteX8" fmla="*/ 0 w 4851126"/>
              <a:gd name="connsiteY8" fmla="*/ 2847 h 4778864"/>
              <a:gd name="connsiteX9" fmla="*/ 4837580 w 4851126"/>
              <a:gd name="connsiteY9" fmla="*/ 0 h 4778864"/>
              <a:gd name="connsiteX0" fmla="*/ 4837580 w 4851126"/>
              <a:gd name="connsiteY0" fmla="*/ 0 h 4778864"/>
              <a:gd name="connsiteX1" fmla="*/ 4837580 w 4851126"/>
              <a:gd name="connsiteY1" fmla="*/ 4236509 h 4778864"/>
              <a:gd name="connsiteX2" fmla="*/ 4837580 w 4851126"/>
              <a:gd name="connsiteY2" fmla="*/ 4595309 h 4778864"/>
              <a:gd name="connsiteX3" fmla="*/ 4851126 w 4851126"/>
              <a:gd name="connsiteY3" fmla="*/ 4766505 h 4778864"/>
              <a:gd name="connsiteX4" fmla="*/ 700088 w 4851126"/>
              <a:gd name="connsiteY4" fmla="*/ 4778864 h 4778864"/>
              <a:gd name="connsiteX5" fmla="*/ 703984 w 4851126"/>
              <a:gd name="connsiteY5" fmla="*/ 4741921 h 4778864"/>
              <a:gd name="connsiteX6" fmla="*/ 682952 w 4851126"/>
              <a:gd name="connsiteY6" fmla="*/ 2049789 h 4778864"/>
              <a:gd name="connsiteX7" fmla="*/ 0 w 4851126"/>
              <a:gd name="connsiteY7" fmla="*/ 2847 h 4778864"/>
              <a:gd name="connsiteX8" fmla="*/ 4837580 w 4851126"/>
              <a:gd name="connsiteY8" fmla="*/ 0 h 4778864"/>
              <a:gd name="connsiteX0" fmla="*/ 4837580 w 4837580"/>
              <a:gd name="connsiteY0" fmla="*/ 0 h 5050656"/>
              <a:gd name="connsiteX1" fmla="*/ 4837580 w 4837580"/>
              <a:gd name="connsiteY1" fmla="*/ 4236509 h 5050656"/>
              <a:gd name="connsiteX2" fmla="*/ 4837580 w 4837580"/>
              <a:gd name="connsiteY2" fmla="*/ 4595309 h 5050656"/>
              <a:gd name="connsiteX3" fmla="*/ 4830806 w 4837580"/>
              <a:gd name="connsiteY3" fmla="*/ 5050656 h 5050656"/>
              <a:gd name="connsiteX4" fmla="*/ 700088 w 4837580"/>
              <a:gd name="connsiteY4" fmla="*/ 4778864 h 5050656"/>
              <a:gd name="connsiteX5" fmla="*/ 703984 w 4837580"/>
              <a:gd name="connsiteY5" fmla="*/ 4741921 h 5050656"/>
              <a:gd name="connsiteX6" fmla="*/ 682952 w 4837580"/>
              <a:gd name="connsiteY6" fmla="*/ 2049789 h 5050656"/>
              <a:gd name="connsiteX7" fmla="*/ 0 w 4837580"/>
              <a:gd name="connsiteY7" fmla="*/ 2847 h 5050656"/>
              <a:gd name="connsiteX8" fmla="*/ 4837580 w 4837580"/>
              <a:gd name="connsiteY8" fmla="*/ 0 h 5050656"/>
              <a:gd name="connsiteX0" fmla="*/ 4837580 w 4837630"/>
              <a:gd name="connsiteY0" fmla="*/ 0 h 4778864"/>
              <a:gd name="connsiteX1" fmla="*/ 4837580 w 4837630"/>
              <a:gd name="connsiteY1" fmla="*/ 4236509 h 4778864"/>
              <a:gd name="connsiteX2" fmla="*/ 4837580 w 4837630"/>
              <a:gd name="connsiteY2" fmla="*/ 4595309 h 4778864"/>
              <a:gd name="connsiteX3" fmla="*/ 4837630 w 4837630"/>
              <a:gd name="connsiteY3" fmla="*/ 4771201 h 4778864"/>
              <a:gd name="connsiteX4" fmla="*/ 700088 w 4837630"/>
              <a:gd name="connsiteY4" fmla="*/ 4778864 h 4778864"/>
              <a:gd name="connsiteX5" fmla="*/ 703984 w 4837630"/>
              <a:gd name="connsiteY5" fmla="*/ 4741921 h 4778864"/>
              <a:gd name="connsiteX6" fmla="*/ 682952 w 4837630"/>
              <a:gd name="connsiteY6" fmla="*/ 2049789 h 4778864"/>
              <a:gd name="connsiteX7" fmla="*/ 0 w 4837630"/>
              <a:gd name="connsiteY7" fmla="*/ 2847 h 4778864"/>
              <a:gd name="connsiteX8" fmla="*/ 4837580 w 4837630"/>
              <a:gd name="connsiteY8" fmla="*/ 0 h 4778864"/>
              <a:gd name="connsiteX0" fmla="*/ 4837580 w 4837630"/>
              <a:gd name="connsiteY0" fmla="*/ 0 h 4778864"/>
              <a:gd name="connsiteX1" fmla="*/ 4837580 w 4837630"/>
              <a:gd name="connsiteY1" fmla="*/ 4236509 h 4778864"/>
              <a:gd name="connsiteX2" fmla="*/ 4837580 w 4837630"/>
              <a:gd name="connsiteY2" fmla="*/ 4595309 h 4778864"/>
              <a:gd name="connsiteX3" fmla="*/ 4837630 w 4837630"/>
              <a:gd name="connsiteY3" fmla="*/ 4774609 h 4778864"/>
              <a:gd name="connsiteX4" fmla="*/ 700088 w 4837630"/>
              <a:gd name="connsiteY4" fmla="*/ 4778864 h 4778864"/>
              <a:gd name="connsiteX5" fmla="*/ 703984 w 4837630"/>
              <a:gd name="connsiteY5" fmla="*/ 4741921 h 4778864"/>
              <a:gd name="connsiteX6" fmla="*/ 682952 w 4837630"/>
              <a:gd name="connsiteY6" fmla="*/ 2049789 h 4778864"/>
              <a:gd name="connsiteX7" fmla="*/ 0 w 4837630"/>
              <a:gd name="connsiteY7" fmla="*/ 2847 h 4778864"/>
              <a:gd name="connsiteX8" fmla="*/ 4837580 w 4837630"/>
              <a:gd name="connsiteY8" fmla="*/ 0 h 4778864"/>
              <a:gd name="connsiteX0" fmla="*/ 4837580 w 4837630"/>
              <a:gd name="connsiteY0" fmla="*/ 0 h 4781425"/>
              <a:gd name="connsiteX1" fmla="*/ 4837580 w 4837630"/>
              <a:gd name="connsiteY1" fmla="*/ 4236509 h 4781425"/>
              <a:gd name="connsiteX2" fmla="*/ 4837580 w 4837630"/>
              <a:gd name="connsiteY2" fmla="*/ 4595309 h 4781425"/>
              <a:gd name="connsiteX3" fmla="*/ 4837630 w 4837630"/>
              <a:gd name="connsiteY3" fmla="*/ 4781425 h 4781425"/>
              <a:gd name="connsiteX4" fmla="*/ 700088 w 4837630"/>
              <a:gd name="connsiteY4" fmla="*/ 4778864 h 4781425"/>
              <a:gd name="connsiteX5" fmla="*/ 703984 w 4837630"/>
              <a:gd name="connsiteY5" fmla="*/ 4741921 h 4781425"/>
              <a:gd name="connsiteX6" fmla="*/ 682952 w 4837630"/>
              <a:gd name="connsiteY6" fmla="*/ 2049789 h 4781425"/>
              <a:gd name="connsiteX7" fmla="*/ 0 w 4837630"/>
              <a:gd name="connsiteY7" fmla="*/ 2847 h 4781425"/>
              <a:gd name="connsiteX8" fmla="*/ 4837580 w 4837630"/>
              <a:gd name="connsiteY8" fmla="*/ 0 h 4781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7630" h="4781425">
                <a:moveTo>
                  <a:pt x="4837580" y="0"/>
                </a:moveTo>
                <a:lnTo>
                  <a:pt x="4837580" y="4236509"/>
                </a:lnTo>
                <a:lnTo>
                  <a:pt x="4837580" y="4595309"/>
                </a:lnTo>
                <a:cubicBezTo>
                  <a:pt x="4837597" y="4653940"/>
                  <a:pt x="4837613" y="4722794"/>
                  <a:pt x="4837630" y="4781425"/>
                </a:cubicBezTo>
                <a:lnTo>
                  <a:pt x="700088" y="4778864"/>
                </a:lnTo>
                <a:lnTo>
                  <a:pt x="703984" y="4741921"/>
                </a:lnTo>
                <a:cubicBezTo>
                  <a:pt x="759741" y="4186386"/>
                  <a:pt x="831637" y="3130198"/>
                  <a:pt x="682952" y="2049789"/>
                </a:cubicBezTo>
                <a:cubicBezTo>
                  <a:pt x="443919" y="298928"/>
                  <a:pt x="0" y="2847"/>
                  <a:pt x="0" y="2847"/>
                </a:cubicBezTo>
                <a:lnTo>
                  <a:pt x="4837580" y="0"/>
                </a:lnTo>
                <a:close/>
              </a:path>
            </a:pathLst>
          </a:custGeom>
          <a:solidFill>
            <a:srgbClr val="999A9A"/>
          </a:solidFill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Place picture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4D798B1-E93C-5F43-BC9A-2BF4BF105C50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FFEC156-7E88-EA4F-BBA0-E552F1618C62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2A486F0-333F-0A4B-B1EB-43D29F30D317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B3D3F4AF-8BE1-414D-9522-BC40868AB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99303C30-04B9-5243-9D40-27BA6EFE1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8DA5C4ED-D3FA-4743-B231-D9BEFB5A6E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C8CE0264-B572-284D-BC5F-FAC374828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E7E791B-37BA-2942-B488-242D0E058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B72ACBC-489D-2740-A65B-03340587EA1A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8E913AE-641C-714C-982F-80C05448141F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CE8B8955-C207-714B-B514-E2E8FE8AD9B5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D6C295F-B53D-DB4B-9557-232F3F371AB9}"/>
                </a:ext>
              </a:extLst>
            </p:cNvPr>
            <p:cNvCxnSpPr>
              <a:stCxn id="71" idx="0"/>
              <a:endCxn id="71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A774249-A96C-2A44-8FD4-EB2644B45918}"/>
                </a:ext>
              </a:extLst>
            </p:cNvPr>
            <p:cNvCxnSpPr>
              <a:stCxn id="71" idx="3"/>
              <a:endCxn id="71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54243825-0497-6B40-9924-873336539EBB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18D2C14A-C4A5-4940-9F9A-538FCDC2D835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028777BF-48D5-6647-89CE-828B54729C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4032000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87" name="Title Placeholder 1">
            <a:extLst>
              <a:ext uri="{FF2B5EF4-FFF2-40B4-BE49-F238E27FC236}">
                <a16:creationId xmlns:a16="http://schemas.microsoft.com/office/drawing/2014/main" id="{EB4110DB-C3E4-054B-8345-874EEC496F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0048" y="376239"/>
            <a:ext cx="4032001" cy="611186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7940C22-3CA3-4240-B8AD-6F9C5143B934}"/>
              </a:ext>
            </a:extLst>
          </p:cNvPr>
          <p:cNvGrpSpPr/>
          <p:nvPr userDrawn="1"/>
        </p:nvGrpSpPr>
        <p:grpSpPr>
          <a:xfrm>
            <a:off x="-1580081" y="372917"/>
            <a:ext cx="1440000" cy="614508"/>
            <a:chOff x="-1499808" y="287422"/>
            <a:chExt cx="1440000" cy="614508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2BC0A54-A829-0242-8D46-585DED4E6777}"/>
                </a:ext>
              </a:extLst>
            </p:cNvPr>
            <p:cNvSpPr/>
            <p:nvPr/>
          </p:nvSpPr>
          <p:spPr bwMode="gray">
            <a:xfrm>
              <a:off x="-1499808" y="287422"/>
              <a:ext cx="1440000" cy="614508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</a:t>
              </a:r>
            </a:p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max over 2 lines</a:t>
              </a: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4121E943-7DF3-824B-BF2C-5D483F4F4BE8}"/>
                </a:ext>
              </a:extLst>
            </p:cNvPr>
            <p:cNvGrpSpPr/>
            <p:nvPr/>
          </p:nvGrpSpPr>
          <p:grpSpPr bwMode="gray">
            <a:xfrm>
              <a:off x="-1499808" y="298535"/>
              <a:ext cx="1440000" cy="603395"/>
              <a:chOff x="-720001" y="298535"/>
              <a:chExt cx="1080000" cy="603395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1CCCDC5C-3B7B-304C-B791-77E15E3AFAA8}"/>
                  </a:ext>
                </a:extLst>
              </p:cNvPr>
              <p:cNvCxnSpPr/>
              <p:nvPr/>
            </p:nvCxnSpPr>
            <p:spPr bwMode="gray">
              <a:xfrm>
                <a:off x="-720001" y="901930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0D8827EA-4957-1F40-8745-0CAAB4F39659}"/>
                  </a:ext>
                </a:extLst>
              </p:cNvPr>
              <p:cNvCxnSpPr/>
              <p:nvPr/>
            </p:nvCxnSpPr>
            <p:spPr bwMode="gray">
              <a:xfrm>
                <a:off x="-720001" y="298535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Footer Placeholder 16">
            <a:extLst>
              <a:ext uri="{FF2B5EF4-FFF2-40B4-BE49-F238E27FC236}">
                <a16:creationId xmlns:a16="http://schemas.microsoft.com/office/drawing/2014/main" id="{874A05E6-189E-4F14-9509-93DEBB61BA55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9" y="4765500"/>
            <a:ext cx="4032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8" name="Slide Number Placeholder 17">
            <a:extLst>
              <a:ext uri="{FF2B5EF4-FFF2-40B4-BE49-F238E27FC236}">
                <a16:creationId xmlns:a16="http://schemas.microsoft.com/office/drawing/2014/main" id="{0D2EBC4C-D7BE-40A1-ABFA-DF0572C1E672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>
          <a:xfrm>
            <a:off x="0" y="4765500"/>
            <a:ext cx="396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2" name="Content Placeholder 25">
            <a:extLst>
              <a:ext uri="{FF2B5EF4-FFF2-40B4-BE49-F238E27FC236}">
                <a16:creationId xmlns:a16="http://schemas.microsoft.com/office/drawing/2014/main" id="{4328ABE2-C1B0-4674-94EF-F383F002B686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00049" y="1238400"/>
            <a:ext cx="4032000" cy="31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Logo">
            <a:extLst>
              <a:ext uri="{FF2B5EF4-FFF2-40B4-BE49-F238E27FC236}">
                <a16:creationId xmlns:a16="http://schemas.microsoft.com/office/drawing/2014/main" id="{83D4821B-A302-4F7B-A044-28CA619748E2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81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(light) image right 01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AD0E290B-930F-1642-BC3F-438332966D14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8D71346-0FB4-2E4E-9C80-ABFA373F3FD8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D5293BE-A2BE-5A49-9F77-6BA15FF8C2BD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C72DD76D-1CCE-284B-971F-9FC79D00B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DAD0B4EA-D52F-FA49-A8BD-2411B5A20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751DB20B-F186-4D4F-81B4-4CEBA0239D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88478EC9-8628-0E42-8689-D5C10BFAB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E0EC3E4D-B3AE-5742-B417-3C60CE129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B414417-2587-6643-AE04-CB072E4E0749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FBB2874-36D5-FC47-B0D3-1E3AB2DCEB43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F3B8112A-EA89-954D-A4CF-98DE603C10CC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9C5003E-859F-4A43-B5B4-32428589F9E8}"/>
                </a:ext>
              </a:extLst>
            </p:cNvPr>
            <p:cNvCxnSpPr>
              <a:stCxn id="60" idx="0"/>
              <a:endCxn id="60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E7823A9-EB4B-4D49-8CCB-CA613640BA11}"/>
                </a:ext>
              </a:extLst>
            </p:cNvPr>
            <p:cNvCxnSpPr>
              <a:stCxn id="60" idx="3"/>
              <a:endCxn id="60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62699BD2-FDA7-1347-9DCF-9BB3315988B4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62B4399-1E1B-0941-A588-E3F8BD5219E9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84" name="Title Placeholder 1">
            <a:extLst>
              <a:ext uri="{FF2B5EF4-FFF2-40B4-BE49-F238E27FC236}">
                <a16:creationId xmlns:a16="http://schemas.microsoft.com/office/drawing/2014/main" id="{BF299204-88BE-FB4D-A3EE-A3335EF8E7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0048" y="376239"/>
            <a:ext cx="4741200" cy="611186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9A84456-44AF-854E-B6CD-884B5586209E}"/>
              </a:ext>
            </a:extLst>
          </p:cNvPr>
          <p:cNvGrpSpPr/>
          <p:nvPr userDrawn="1"/>
        </p:nvGrpSpPr>
        <p:grpSpPr>
          <a:xfrm>
            <a:off x="-1580081" y="372917"/>
            <a:ext cx="1440000" cy="614508"/>
            <a:chOff x="-1499808" y="287422"/>
            <a:chExt cx="1440000" cy="614508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5C9AD78-E165-B44D-905D-FB144150D9B4}"/>
                </a:ext>
              </a:extLst>
            </p:cNvPr>
            <p:cNvSpPr/>
            <p:nvPr/>
          </p:nvSpPr>
          <p:spPr bwMode="gray">
            <a:xfrm>
              <a:off x="-1499808" y="287422"/>
              <a:ext cx="1440000" cy="614508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</a:t>
              </a:r>
            </a:p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max over 2 lines</a:t>
              </a: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E3960775-6F99-BB4F-94A5-D7D8F930B672}"/>
                </a:ext>
              </a:extLst>
            </p:cNvPr>
            <p:cNvGrpSpPr/>
            <p:nvPr/>
          </p:nvGrpSpPr>
          <p:grpSpPr bwMode="gray">
            <a:xfrm>
              <a:off x="-1499808" y="298535"/>
              <a:ext cx="1440000" cy="603395"/>
              <a:chOff x="-720001" y="298535"/>
              <a:chExt cx="1080000" cy="603395"/>
            </a:xfrm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EC560D7E-9666-E543-B850-D2B4B35C3EFD}"/>
                  </a:ext>
                </a:extLst>
              </p:cNvPr>
              <p:cNvCxnSpPr/>
              <p:nvPr/>
            </p:nvCxnSpPr>
            <p:spPr bwMode="gray">
              <a:xfrm>
                <a:off x="-720001" y="901930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CF5D65DD-4411-024A-B098-8371AC10788F}"/>
                  </a:ext>
                </a:extLst>
              </p:cNvPr>
              <p:cNvCxnSpPr/>
              <p:nvPr/>
            </p:nvCxnSpPr>
            <p:spPr bwMode="gray">
              <a:xfrm>
                <a:off x="-720001" y="298535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F7AFB5C9-D877-4C60-AD38-24756DB1559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4741199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39" name="Picture Placeholder 57">
            <a:extLst>
              <a:ext uri="{FF2B5EF4-FFF2-40B4-BE49-F238E27FC236}">
                <a16:creationId xmlns:a16="http://schemas.microsoft.com/office/drawing/2014/main" id="{ED7C3A53-062F-481A-8F85-78E1BBC62C8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gray">
          <a:xfrm>
            <a:off x="5413629" y="0"/>
            <a:ext cx="3730371" cy="4766400"/>
          </a:xfrm>
          <a:custGeom>
            <a:avLst/>
            <a:gdLst>
              <a:gd name="connsiteX0" fmla="*/ 0 w 3730625"/>
              <a:gd name="connsiteY0" fmla="*/ 0 h 5143500"/>
              <a:gd name="connsiteX1" fmla="*/ 3730625 w 3730625"/>
              <a:gd name="connsiteY1" fmla="*/ 0 h 5143500"/>
              <a:gd name="connsiteX2" fmla="*/ 3730625 w 3730625"/>
              <a:gd name="connsiteY2" fmla="*/ 1720312 h 5143500"/>
              <a:gd name="connsiteX3" fmla="*/ 3730625 w 3730625"/>
              <a:gd name="connsiteY3" fmla="*/ 4597581 h 5143500"/>
              <a:gd name="connsiteX4" fmla="*/ 3730625 w 3730625"/>
              <a:gd name="connsiteY4" fmla="*/ 5143500 h 5143500"/>
              <a:gd name="connsiteX5" fmla="*/ 0 w 3730625"/>
              <a:gd name="connsiteY5" fmla="*/ 5143500 h 5143500"/>
              <a:gd name="connsiteX6" fmla="*/ 0 w 3730625"/>
              <a:gd name="connsiteY6" fmla="*/ 4777200 h 5143500"/>
              <a:gd name="connsiteX7" fmla="*/ 0 w 3730625"/>
              <a:gd name="connsiteY7" fmla="*/ 1720312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625" h="5143500">
                <a:moveTo>
                  <a:pt x="0" y="0"/>
                </a:moveTo>
                <a:lnTo>
                  <a:pt x="3730625" y="0"/>
                </a:lnTo>
                <a:lnTo>
                  <a:pt x="3730625" y="1720312"/>
                </a:lnTo>
                <a:lnTo>
                  <a:pt x="3730625" y="4597581"/>
                </a:lnTo>
                <a:lnTo>
                  <a:pt x="3730625" y="5143500"/>
                </a:lnTo>
                <a:lnTo>
                  <a:pt x="0" y="5143500"/>
                </a:lnTo>
                <a:lnTo>
                  <a:pt x="0" y="4777200"/>
                </a:lnTo>
                <a:lnTo>
                  <a:pt x="0" y="1720312"/>
                </a:lnTo>
                <a:close/>
              </a:path>
            </a:pathLst>
          </a:custGeom>
          <a:solidFill>
            <a:srgbClr val="999A9A"/>
          </a:solidFill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Place picture</a:t>
            </a:r>
          </a:p>
        </p:txBody>
      </p:sp>
      <p:sp>
        <p:nvSpPr>
          <p:cNvPr id="40" name="Content Placeholder 25">
            <a:extLst>
              <a:ext uri="{FF2B5EF4-FFF2-40B4-BE49-F238E27FC236}">
                <a16:creationId xmlns:a16="http://schemas.microsoft.com/office/drawing/2014/main" id="{F56FDF34-AF08-4FD5-A3B1-99F3CA21BB87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00049" y="1238400"/>
            <a:ext cx="4741200" cy="31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Footer Placeholder 16">
            <a:extLst>
              <a:ext uri="{FF2B5EF4-FFF2-40B4-BE49-F238E27FC236}">
                <a16:creationId xmlns:a16="http://schemas.microsoft.com/office/drawing/2014/main" id="{93A3795B-9125-486A-8F60-955F9A64C65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8" y="4765500"/>
            <a:ext cx="4032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4" name="Slide Number Placeholder 17">
            <a:extLst>
              <a:ext uri="{FF2B5EF4-FFF2-40B4-BE49-F238E27FC236}">
                <a16:creationId xmlns:a16="http://schemas.microsoft.com/office/drawing/2014/main" id="{AED60A6C-CD5F-4382-A21B-9DABEC3B754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0" y="4765500"/>
            <a:ext cx="396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9" name="Logo">
            <a:extLst>
              <a:ext uri="{FF2B5EF4-FFF2-40B4-BE49-F238E27FC236}">
                <a16:creationId xmlns:a16="http://schemas.microsoft.com/office/drawing/2014/main" id="{198CFD23-CE9D-43E2-A7FD-16A9CEF567F8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8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81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(light) image right 02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878A281B-762C-B848-B17E-C9D18814F146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81F24DB-0D99-0E40-9A7E-7BA3EDB0ACF2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F729977-561E-2C4E-879D-C899B97F67E0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EF2F2371-DFD1-BE45-904F-B8E306349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AAACAF55-B61F-5C47-9700-222B557DA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23D82A02-B4B1-C64C-96BE-B25A4438B3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20258198-0506-1A4B-83FB-1A8EAA88A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5300A17F-46D5-2549-A972-9510E423E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D8FEA04-0427-7A40-91B3-B1CD87550D8F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5041C9A-4053-4543-A1CF-CC235244D8C9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CC85515F-AB93-1442-92F1-C60CB669FAE2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F2EE674-CA5B-0F44-8BC3-5CF1296CFECD}"/>
                </a:ext>
              </a:extLst>
            </p:cNvPr>
            <p:cNvCxnSpPr>
              <a:stCxn id="60" idx="0"/>
              <a:endCxn id="60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229B9B4-3CCA-8C44-AE68-62199132BCB8}"/>
                </a:ext>
              </a:extLst>
            </p:cNvPr>
            <p:cNvCxnSpPr>
              <a:stCxn id="60" idx="3"/>
              <a:endCxn id="60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75383B7E-E5C5-D946-9631-D12D96A2324F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5B18AE4-C691-B34B-810B-8F08A1B1DC91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85" name="Title Placeholder 1">
            <a:extLst>
              <a:ext uri="{FF2B5EF4-FFF2-40B4-BE49-F238E27FC236}">
                <a16:creationId xmlns:a16="http://schemas.microsoft.com/office/drawing/2014/main" id="{3EBF895C-0758-2849-A4E2-5FCC3F3719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0048" y="376239"/>
            <a:ext cx="4741200" cy="611186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2D930AA-493B-5F4A-AF33-889A5A9CD8F1}"/>
              </a:ext>
            </a:extLst>
          </p:cNvPr>
          <p:cNvGrpSpPr/>
          <p:nvPr userDrawn="1"/>
        </p:nvGrpSpPr>
        <p:grpSpPr>
          <a:xfrm>
            <a:off x="-1580081" y="372917"/>
            <a:ext cx="1440000" cy="614508"/>
            <a:chOff x="-1499808" y="287422"/>
            <a:chExt cx="1440000" cy="614508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528B68D-B84C-5E4A-BA9B-EE88F303D20B}"/>
                </a:ext>
              </a:extLst>
            </p:cNvPr>
            <p:cNvSpPr/>
            <p:nvPr/>
          </p:nvSpPr>
          <p:spPr bwMode="gray">
            <a:xfrm>
              <a:off x="-1499808" y="287422"/>
              <a:ext cx="1440000" cy="614508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</a:t>
              </a:r>
            </a:p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max over 2 lines</a:t>
              </a: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CC8A1215-6036-9D4A-A5EF-8641795CC101}"/>
                </a:ext>
              </a:extLst>
            </p:cNvPr>
            <p:cNvGrpSpPr/>
            <p:nvPr/>
          </p:nvGrpSpPr>
          <p:grpSpPr bwMode="gray">
            <a:xfrm>
              <a:off x="-1499808" y="298535"/>
              <a:ext cx="1440000" cy="603395"/>
              <a:chOff x="-720001" y="298535"/>
              <a:chExt cx="1080000" cy="603395"/>
            </a:xfrm>
          </p:grpSpPr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B037EE39-1039-FF4C-A209-16141EE0451A}"/>
                  </a:ext>
                </a:extLst>
              </p:cNvPr>
              <p:cNvCxnSpPr/>
              <p:nvPr/>
            </p:nvCxnSpPr>
            <p:spPr bwMode="gray">
              <a:xfrm>
                <a:off x="-720001" y="901930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AE2BB846-9700-B84F-B5F4-6339B88059CF}"/>
                  </a:ext>
                </a:extLst>
              </p:cNvPr>
              <p:cNvCxnSpPr/>
              <p:nvPr/>
            </p:nvCxnSpPr>
            <p:spPr bwMode="gray">
              <a:xfrm>
                <a:off x="-720001" y="298535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Picture Placeholder 50">
            <a:extLst>
              <a:ext uri="{FF2B5EF4-FFF2-40B4-BE49-F238E27FC236}">
                <a16:creationId xmlns:a16="http://schemas.microsoft.com/office/drawing/2014/main" id="{45CF7741-2DB4-400A-8410-9CB39F41DA6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4730398" y="0"/>
            <a:ext cx="4413602" cy="4766400"/>
          </a:xfrm>
          <a:custGeom>
            <a:avLst/>
            <a:gdLst>
              <a:gd name="connsiteX0" fmla="*/ 1876662 w 4413601"/>
              <a:gd name="connsiteY0" fmla="*/ 0 h 4779178"/>
              <a:gd name="connsiteX1" fmla="*/ 4413601 w 4413601"/>
              <a:gd name="connsiteY1" fmla="*/ 0 h 4779178"/>
              <a:gd name="connsiteX2" fmla="*/ 4413601 w 4413601"/>
              <a:gd name="connsiteY2" fmla="*/ 4237813 h 4779178"/>
              <a:gd name="connsiteX3" fmla="*/ 4413601 w 4413601"/>
              <a:gd name="connsiteY3" fmla="*/ 4595309 h 4779178"/>
              <a:gd name="connsiteX4" fmla="*/ 244509 w 4413601"/>
              <a:gd name="connsiteY4" fmla="*/ 4779178 h 4779178"/>
              <a:gd name="connsiteX5" fmla="*/ 24387 w 4413601"/>
              <a:gd name="connsiteY5" fmla="*/ 4779178 h 4779178"/>
              <a:gd name="connsiteX6" fmla="*/ 17950 w 4413601"/>
              <a:gd name="connsiteY6" fmla="*/ 4697919 h 4779178"/>
              <a:gd name="connsiteX7" fmla="*/ 363599 w 4413601"/>
              <a:gd name="connsiteY7" fmla="*/ 1931882 h 4779178"/>
              <a:gd name="connsiteX8" fmla="*/ 1876662 w 4413601"/>
              <a:gd name="connsiteY8" fmla="*/ 0 h 4779178"/>
              <a:gd name="connsiteX0" fmla="*/ 1876662 w 4413601"/>
              <a:gd name="connsiteY0" fmla="*/ 0 h 4779178"/>
              <a:gd name="connsiteX1" fmla="*/ 4413601 w 4413601"/>
              <a:gd name="connsiteY1" fmla="*/ 0 h 4779178"/>
              <a:gd name="connsiteX2" fmla="*/ 4413601 w 4413601"/>
              <a:gd name="connsiteY2" fmla="*/ 4237813 h 4779178"/>
              <a:gd name="connsiteX3" fmla="*/ 4413601 w 4413601"/>
              <a:gd name="connsiteY3" fmla="*/ 4595309 h 4779178"/>
              <a:gd name="connsiteX4" fmla="*/ 244509 w 4413601"/>
              <a:gd name="connsiteY4" fmla="*/ 4779178 h 4779178"/>
              <a:gd name="connsiteX5" fmla="*/ 24387 w 4413601"/>
              <a:gd name="connsiteY5" fmla="*/ 4779178 h 4779178"/>
              <a:gd name="connsiteX6" fmla="*/ 17950 w 4413601"/>
              <a:gd name="connsiteY6" fmla="*/ 4697919 h 4779178"/>
              <a:gd name="connsiteX7" fmla="*/ 363599 w 4413601"/>
              <a:gd name="connsiteY7" fmla="*/ 1931882 h 4779178"/>
              <a:gd name="connsiteX8" fmla="*/ 1876662 w 4413601"/>
              <a:gd name="connsiteY8" fmla="*/ 0 h 4779178"/>
              <a:gd name="connsiteX0" fmla="*/ 1876662 w 4413601"/>
              <a:gd name="connsiteY0" fmla="*/ 0 h 4779178"/>
              <a:gd name="connsiteX1" fmla="*/ 4413601 w 4413601"/>
              <a:gd name="connsiteY1" fmla="*/ 0 h 4779178"/>
              <a:gd name="connsiteX2" fmla="*/ 4413601 w 4413601"/>
              <a:gd name="connsiteY2" fmla="*/ 4237813 h 4779178"/>
              <a:gd name="connsiteX3" fmla="*/ 4413601 w 4413601"/>
              <a:gd name="connsiteY3" fmla="*/ 4595309 h 4779178"/>
              <a:gd name="connsiteX4" fmla="*/ 4015395 w 4413601"/>
              <a:gd name="connsiteY4" fmla="*/ 4599936 h 4779178"/>
              <a:gd name="connsiteX5" fmla="*/ 244509 w 4413601"/>
              <a:gd name="connsiteY5" fmla="*/ 4779178 h 4779178"/>
              <a:gd name="connsiteX6" fmla="*/ 24387 w 4413601"/>
              <a:gd name="connsiteY6" fmla="*/ 4779178 h 4779178"/>
              <a:gd name="connsiteX7" fmla="*/ 17950 w 4413601"/>
              <a:gd name="connsiteY7" fmla="*/ 4697919 h 4779178"/>
              <a:gd name="connsiteX8" fmla="*/ 363599 w 4413601"/>
              <a:gd name="connsiteY8" fmla="*/ 1931882 h 4779178"/>
              <a:gd name="connsiteX9" fmla="*/ 1876662 w 4413601"/>
              <a:gd name="connsiteY9" fmla="*/ 0 h 4779178"/>
              <a:gd name="connsiteX0" fmla="*/ 1876662 w 4420975"/>
              <a:gd name="connsiteY0" fmla="*/ 0 h 4779178"/>
              <a:gd name="connsiteX1" fmla="*/ 4413601 w 4420975"/>
              <a:gd name="connsiteY1" fmla="*/ 0 h 4779178"/>
              <a:gd name="connsiteX2" fmla="*/ 4413601 w 4420975"/>
              <a:gd name="connsiteY2" fmla="*/ 4237813 h 4779178"/>
              <a:gd name="connsiteX3" fmla="*/ 4413601 w 4420975"/>
              <a:gd name="connsiteY3" fmla="*/ 4595309 h 4779178"/>
              <a:gd name="connsiteX4" fmla="*/ 4420975 w 4420975"/>
              <a:gd name="connsiteY4" fmla="*/ 4762113 h 4779178"/>
              <a:gd name="connsiteX5" fmla="*/ 244509 w 4420975"/>
              <a:gd name="connsiteY5" fmla="*/ 4779178 h 4779178"/>
              <a:gd name="connsiteX6" fmla="*/ 24387 w 4420975"/>
              <a:gd name="connsiteY6" fmla="*/ 4779178 h 4779178"/>
              <a:gd name="connsiteX7" fmla="*/ 17950 w 4420975"/>
              <a:gd name="connsiteY7" fmla="*/ 4697919 h 4779178"/>
              <a:gd name="connsiteX8" fmla="*/ 363599 w 4420975"/>
              <a:gd name="connsiteY8" fmla="*/ 1931882 h 4779178"/>
              <a:gd name="connsiteX9" fmla="*/ 1876662 w 4420975"/>
              <a:gd name="connsiteY9" fmla="*/ 0 h 4779178"/>
              <a:gd name="connsiteX0" fmla="*/ 2015360 w 4559673"/>
              <a:gd name="connsiteY0" fmla="*/ 0 h 4785880"/>
              <a:gd name="connsiteX1" fmla="*/ 4552299 w 4559673"/>
              <a:gd name="connsiteY1" fmla="*/ 0 h 4785880"/>
              <a:gd name="connsiteX2" fmla="*/ 4552299 w 4559673"/>
              <a:gd name="connsiteY2" fmla="*/ 4237813 h 4785880"/>
              <a:gd name="connsiteX3" fmla="*/ 4552299 w 4559673"/>
              <a:gd name="connsiteY3" fmla="*/ 4595309 h 4785880"/>
              <a:gd name="connsiteX4" fmla="*/ 4559673 w 4559673"/>
              <a:gd name="connsiteY4" fmla="*/ 4762113 h 4785880"/>
              <a:gd name="connsiteX5" fmla="*/ 383207 w 4559673"/>
              <a:gd name="connsiteY5" fmla="*/ 4779178 h 4785880"/>
              <a:gd name="connsiteX6" fmla="*/ 163085 w 4559673"/>
              <a:gd name="connsiteY6" fmla="*/ 4779178 h 4785880"/>
              <a:gd name="connsiteX7" fmla="*/ 156648 w 4559673"/>
              <a:gd name="connsiteY7" fmla="*/ 4697919 h 4785880"/>
              <a:gd name="connsiteX8" fmla="*/ 502297 w 4559673"/>
              <a:gd name="connsiteY8" fmla="*/ 1931882 h 4785880"/>
              <a:gd name="connsiteX9" fmla="*/ 2015360 w 4559673"/>
              <a:gd name="connsiteY9" fmla="*/ 0 h 4785880"/>
              <a:gd name="connsiteX0" fmla="*/ 1876663 w 4420976"/>
              <a:gd name="connsiteY0" fmla="*/ 0 h 4786623"/>
              <a:gd name="connsiteX1" fmla="*/ 4413602 w 4420976"/>
              <a:gd name="connsiteY1" fmla="*/ 0 h 4786623"/>
              <a:gd name="connsiteX2" fmla="*/ 4413602 w 4420976"/>
              <a:gd name="connsiteY2" fmla="*/ 4237813 h 4786623"/>
              <a:gd name="connsiteX3" fmla="*/ 4413602 w 4420976"/>
              <a:gd name="connsiteY3" fmla="*/ 4595309 h 4786623"/>
              <a:gd name="connsiteX4" fmla="*/ 4420976 w 4420976"/>
              <a:gd name="connsiteY4" fmla="*/ 4762113 h 4786623"/>
              <a:gd name="connsiteX5" fmla="*/ 24388 w 4420976"/>
              <a:gd name="connsiteY5" fmla="*/ 4779178 h 4786623"/>
              <a:gd name="connsiteX6" fmla="*/ 17951 w 4420976"/>
              <a:gd name="connsiteY6" fmla="*/ 4697919 h 4786623"/>
              <a:gd name="connsiteX7" fmla="*/ 363600 w 4420976"/>
              <a:gd name="connsiteY7" fmla="*/ 1931882 h 4786623"/>
              <a:gd name="connsiteX8" fmla="*/ 1876663 w 4420976"/>
              <a:gd name="connsiteY8" fmla="*/ 0 h 4786623"/>
              <a:gd name="connsiteX0" fmla="*/ 1876663 w 4420976"/>
              <a:gd name="connsiteY0" fmla="*/ 0 h 4796066"/>
              <a:gd name="connsiteX1" fmla="*/ 4413602 w 4420976"/>
              <a:gd name="connsiteY1" fmla="*/ 0 h 4796066"/>
              <a:gd name="connsiteX2" fmla="*/ 4413602 w 4420976"/>
              <a:gd name="connsiteY2" fmla="*/ 4237813 h 4796066"/>
              <a:gd name="connsiteX3" fmla="*/ 4413602 w 4420976"/>
              <a:gd name="connsiteY3" fmla="*/ 4595309 h 4796066"/>
              <a:gd name="connsiteX4" fmla="*/ 4420976 w 4420976"/>
              <a:gd name="connsiteY4" fmla="*/ 4780036 h 4796066"/>
              <a:gd name="connsiteX5" fmla="*/ 24388 w 4420976"/>
              <a:gd name="connsiteY5" fmla="*/ 4779178 h 4796066"/>
              <a:gd name="connsiteX6" fmla="*/ 17951 w 4420976"/>
              <a:gd name="connsiteY6" fmla="*/ 4697919 h 4796066"/>
              <a:gd name="connsiteX7" fmla="*/ 363600 w 4420976"/>
              <a:gd name="connsiteY7" fmla="*/ 1931882 h 4796066"/>
              <a:gd name="connsiteX8" fmla="*/ 1876663 w 4420976"/>
              <a:gd name="connsiteY8" fmla="*/ 0 h 4796066"/>
              <a:gd name="connsiteX0" fmla="*/ 1876663 w 4420976"/>
              <a:gd name="connsiteY0" fmla="*/ 0 h 4791019"/>
              <a:gd name="connsiteX1" fmla="*/ 4413602 w 4420976"/>
              <a:gd name="connsiteY1" fmla="*/ 0 h 4791019"/>
              <a:gd name="connsiteX2" fmla="*/ 4413602 w 4420976"/>
              <a:gd name="connsiteY2" fmla="*/ 4237813 h 4791019"/>
              <a:gd name="connsiteX3" fmla="*/ 4413602 w 4420976"/>
              <a:gd name="connsiteY3" fmla="*/ 4595309 h 4791019"/>
              <a:gd name="connsiteX4" fmla="*/ 4420976 w 4420976"/>
              <a:gd name="connsiteY4" fmla="*/ 4780036 h 4791019"/>
              <a:gd name="connsiteX5" fmla="*/ 24388 w 4420976"/>
              <a:gd name="connsiteY5" fmla="*/ 4779178 h 4791019"/>
              <a:gd name="connsiteX6" fmla="*/ 17951 w 4420976"/>
              <a:gd name="connsiteY6" fmla="*/ 4697919 h 4791019"/>
              <a:gd name="connsiteX7" fmla="*/ 363600 w 4420976"/>
              <a:gd name="connsiteY7" fmla="*/ 1931882 h 4791019"/>
              <a:gd name="connsiteX8" fmla="*/ 1876663 w 4420976"/>
              <a:gd name="connsiteY8" fmla="*/ 0 h 4791019"/>
              <a:gd name="connsiteX0" fmla="*/ 1876663 w 4420976"/>
              <a:gd name="connsiteY0" fmla="*/ 0 h 4780036"/>
              <a:gd name="connsiteX1" fmla="*/ 4413602 w 4420976"/>
              <a:gd name="connsiteY1" fmla="*/ 0 h 4780036"/>
              <a:gd name="connsiteX2" fmla="*/ 4413602 w 4420976"/>
              <a:gd name="connsiteY2" fmla="*/ 4237813 h 4780036"/>
              <a:gd name="connsiteX3" fmla="*/ 4413602 w 4420976"/>
              <a:gd name="connsiteY3" fmla="*/ 4595309 h 4780036"/>
              <a:gd name="connsiteX4" fmla="*/ 4420976 w 4420976"/>
              <a:gd name="connsiteY4" fmla="*/ 4780036 h 4780036"/>
              <a:gd name="connsiteX5" fmla="*/ 24388 w 4420976"/>
              <a:gd name="connsiteY5" fmla="*/ 4779178 h 4780036"/>
              <a:gd name="connsiteX6" fmla="*/ 17951 w 4420976"/>
              <a:gd name="connsiteY6" fmla="*/ 4697919 h 4780036"/>
              <a:gd name="connsiteX7" fmla="*/ 363600 w 4420976"/>
              <a:gd name="connsiteY7" fmla="*/ 1931882 h 4780036"/>
              <a:gd name="connsiteX8" fmla="*/ 1876663 w 4420976"/>
              <a:gd name="connsiteY8" fmla="*/ 0 h 4780036"/>
              <a:gd name="connsiteX0" fmla="*/ 1876663 w 4413602"/>
              <a:gd name="connsiteY0" fmla="*/ 0 h 4784797"/>
              <a:gd name="connsiteX1" fmla="*/ 4413602 w 4413602"/>
              <a:gd name="connsiteY1" fmla="*/ 0 h 4784797"/>
              <a:gd name="connsiteX2" fmla="*/ 4413602 w 4413602"/>
              <a:gd name="connsiteY2" fmla="*/ 4237813 h 4784797"/>
              <a:gd name="connsiteX3" fmla="*/ 4413602 w 4413602"/>
              <a:gd name="connsiteY3" fmla="*/ 4595309 h 4784797"/>
              <a:gd name="connsiteX4" fmla="*/ 4411451 w 4413602"/>
              <a:gd name="connsiteY4" fmla="*/ 4784797 h 4784797"/>
              <a:gd name="connsiteX5" fmla="*/ 24388 w 4413602"/>
              <a:gd name="connsiteY5" fmla="*/ 4779178 h 4784797"/>
              <a:gd name="connsiteX6" fmla="*/ 17951 w 4413602"/>
              <a:gd name="connsiteY6" fmla="*/ 4697919 h 4784797"/>
              <a:gd name="connsiteX7" fmla="*/ 363600 w 4413602"/>
              <a:gd name="connsiteY7" fmla="*/ 1931882 h 4784797"/>
              <a:gd name="connsiteX8" fmla="*/ 1876663 w 4413602"/>
              <a:gd name="connsiteY8" fmla="*/ 0 h 4784797"/>
              <a:gd name="connsiteX0" fmla="*/ 1876663 w 4413602"/>
              <a:gd name="connsiteY0" fmla="*/ 0 h 4784797"/>
              <a:gd name="connsiteX1" fmla="*/ 4413602 w 4413602"/>
              <a:gd name="connsiteY1" fmla="*/ 0 h 4784797"/>
              <a:gd name="connsiteX2" fmla="*/ 4413602 w 4413602"/>
              <a:gd name="connsiteY2" fmla="*/ 4237813 h 4784797"/>
              <a:gd name="connsiteX3" fmla="*/ 4413602 w 4413602"/>
              <a:gd name="connsiteY3" fmla="*/ 4595309 h 4784797"/>
              <a:gd name="connsiteX4" fmla="*/ 4411451 w 4413602"/>
              <a:gd name="connsiteY4" fmla="*/ 4784797 h 4784797"/>
              <a:gd name="connsiteX5" fmla="*/ 24388 w 4413602"/>
              <a:gd name="connsiteY5" fmla="*/ 4779178 h 4784797"/>
              <a:gd name="connsiteX6" fmla="*/ 17951 w 4413602"/>
              <a:gd name="connsiteY6" fmla="*/ 4697919 h 4784797"/>
              <a:gd name="connsiteX7" fmla="*/ 363600 w 4413602"/>
              <a:gd name="connsiteY7" fmla="*/ 1931882 h 4784797"/>
              <a:gd name="connsiteX8" fmla="*/ 1876663 w 4413602"/>
              <a:gd name="connsiteY8" fmla="*/ 0 h 4784797"/>
              <a:gd name="connsiteX0" fmla="*/ 1876663 w 4413602"/>
              <a:gd name="connsiteY0" fmla="*/ 0 h 4780036"/>
              <a:gd name="connsiteX1" fmla="*/ 4413602 w 4413602"/>
              <a:gd name="connsiteY1" fmla="*/ 0 h 4780036"/>
              <a:gd name="connsiteX2" fmla="*/ 4413602 w 4413602"/>
              <a:gd name="connsiteY2" fmla="*/ 4237813 h 4780036"/>
              <a:gd name="connsiteX3" fmla="*/ 4413602 w 4413602"/>
              <a:gd name="connsiteY3" fmla="*/ 4595309 h 4780036"/>
              <a:gd name="connsiteX4" fmla="*/ 4411451 w 4413602"/>
              <a:gd name="connsiteY4" fmla="*/ 4780036 h 4780036"/>
              <a:gd name="connsiteX5" fmla="*/ 24388 w 4413602"/>
              <a:gd name="connsiteY5" fmla="*/ 4779178 h 4780036"/>
              <a:gd name="connsiteX6" fmla="*/ 17951 w 4413602"/>
              <a:gd name="connsiteY6" fmla="*/ 4697919 h 4780036"/>
              <a:gd name="connsiteX7" fmla="*/ 363600 w 4413602"/>
              <a:gd name="connsiteY7" fmla="*/ 1931882 h 4780036"/>
              <a:gd name="connsiteX8" fmla="*/ 1876663 w 4413602"/>
              <a:gd name="connsiteY8" fmla="*/ 0 h 478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3602" h="4780036">
                <a:moveTo>
                  <a:pt x="1876663" y="0"/>
                </a:moveTo>
                <a:lnTo>
                  <a:pt x="4413602" y="0"/>
                </a:lnTo>
                <a:lnTo>
                  <a:pt x="4413602" y="4237813"/>
                </a:lnTo>
                <a:lnTo>
                  <a:pt x="4413602" y="4595309"/>
                </a:lnTo>
                <a:lnTo>
                  <a:pt x="4411451" y="4780036"/>
                </a:lnTo>
                <a:lnTo>
                  <a:pt x="24388" y="4779178"/>
                </a:lnTo>
                <a:lnTo>
                  <a:pt x="17951" y="4697919"/>
                </a:lnTo>
                <a:cubicBezTo>
                  <a:pt x="-23554" y="4088808"/>
                  <a:pt x="-23554" y="2954453"/>
                  <a:pt x="363600" y="1931882"/>
                </a:cubicBezTo>
                <a:cubicBezTo>
                  <a:pt x="980770" y="293487"/>
                  <a:pt x="1876663" y="0"/>
                  <a:pt x="1876663" y="0"/>
                </a:cubicBezTo>
                <a:close/>
              </a:path>
            </a:pathLst>
          </a:custGeom>
          <a:solidFill>
            <a:srgbClr val="999A9A"/>
          </a:solidFill>
          <a:ln>
            <a:noFill/>
          </a:ln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Place picture</a:t>
            </a:r>
          </a:p>
        </p:txBody>
      </p:sp>
      <p:sp>
        <p:nvSpPr>
          <p:cNvPr id="48" name="Footer Placeholder 16">
            <a:extLst>
              <a:ext uri="{FF2B5EF4-FFF2-40B4-BE49-F238E27FC236}">
                <a16:creationId xmlns:a16="http://schemas.microsoft.com/office/drawing/2014/main" id="{E04BED56-9A45-4366-8CBF-69EF541FE67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9" y="4765500"/>
            <a:ext cx="4032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9" name="Slide Number Placeholder 17">
            <a:extLst>
              <a:ext uri="{FF2B5EF4-FFF2-40B4-BE49-F238E27FC236}">
                <a16:creationId xmlns:a16="http://schemas.microsoft.com/office/drawing/2014/main" id="{9BF4E5E4-F074-4A2E-9581-EF5C97B10E9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6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44EA3A82-64D7-4444-92EA-994E4E61231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7"/>
            <a:ext cx="3992400" cy="358776"/>
          </a:xfrm>
        </p:spPr>
        <p:txBody>
          <a:bodyPr anchor="ctr" anchorCtr="0"/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52" name="Content Placeholder 25">
            <a:extLst>
              <a:ext uri="{FF2B5EF4-FFF2-40B4-BE49-F238E27FC236}">
                <a16:creationId xmlns:a16="http://schemas.microsoft.com/office/drawing/2014/main" id="{DE2013BF-07DA-446D-8423-28527331EAE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00049" y="1238400"/>
            <a:ext cx="4032000" cy="31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Logo">
            <a:extLst>
              <a:ext uri="{FF2B5EF4-FFF2-40B4-BE49-F238E27FC236}">
                <a16:creationId xmlns:a16="http://schemas.microsoft.com/office/drawing/2014/main" id="{61CFFDE0-3911-4228-B541-AFA608370329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373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81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(light) image right 03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715807A7-9401-FF46-A6EA-0825951451BB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F0BBECE-D2AD-634B-85D6-8E64E5F53F5A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998DD0E-DA4A-5D43-AB94-56E3C9220B0C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195CFF80-905A-1347-A0D1-A33AACFCA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79E26FC-B064-BF4B-A04A-21A6851D3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5F01C210-112E-D64F-9691-B6B0784664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D758E9B3-3835-C84D-AE87-8E407C951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A49DC7A-6D10-6C47-9CA5-2D9C9D3CC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4B12720-24E0-BD47-A06C-F7ECF132846C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8ED9990-900C-D84B-9E55-CF23186C1715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336AC873-A43C-7346-A72E-0AAD7FEE8DE9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4D26DFF-77BD-D741-A748-A19A4ECE21DE}"/>
                </a:ext>
              </a:extLst>
            </p:cNvPr>
            <p:cNvCxnSpPr>
              <a:stCxn id="71" idx="0"/>
              <a:endCxn id="71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B292331-B947-9141-837D-48B5B5F68A07}"/>
                </a:ext>
              </a:extLst>
            </p:cNvPr>
            <p:cNvCxnSpPr>
              <a:stCxn id="71" idx="3"/>
              <a:endCxn id="71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883DAE9B-E02D-2443-AA76-8FBD06DA5CEB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A57A3D10-E0BE-5A4E-AFB1-E4BF87228775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87" name="Title Placeholder 1">
            <a:extLst>
              <a:ext uri="{FF2B5EF4-FFF2-40B4-BE49-F238E27FC236}">
                <a16:creationId xmlns:a16="http://schemas.microsoft.com/office/drawing/2014/main" id="{6D44C8E7-809A-9C4A-A3C0-2361645C6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0048" y="376239"/>
            <a:ext cx="4032001" cy="611186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2362D35-46F0-3243-A732-685FE2CDEC1D}"/>
              </a:ext>
            </a:extLst>
          </p:cNvPr>
          <p:cNvGrpSpPr/>
          <p:nvPr userDrawn="1"/>
        </p:nvGrpSpPr>
        <p:grpSpPr>
          <a:xfrm>
            <a:off x="-1580081" y="372917"/>
            <a:ext cx="1440000" cy="614508"/>
            <a:chOff x="-1499808" y="287422"/>
            <a:chExt cx="1440000" cy="614508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592581E-6DCA-8541-AD67-EC5F1F71EE41}"/>
                </a:ext>
              </a:extLst>
            </p:cNvPr>
            <p:cNvSpPr/>
            <p:nvPr/>
          </p:nvSpPr>
          <p:spPr bwMode="gray">
            <a:xfrm>
              <a:off x="-1499808" y="287422"/>
              <a:ext cx="1440000" cy="614508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</a:t>
              </a:r>
            </a:p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max over 2 lines</a:t>
              </a: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06A158B8-3E80-0145-A8B5-D95B76E73056}"/>
                </a:ext>
              </a:extLst>
            </p:cNvPr>
            <p:cNvGrpSpPr/>
            <p:nvPr/>
          </p:nvGrpSpPr>
          <p:grpSpPr bwMode="gray">
            <a:xfrm>
              <a:off x="-1499808" y="298535"/>
              <a:ext cx="1440000" cy="603395"/>
              <a:chOff x="-720001" y="298535"/>
              <a:chExt cx="1080000" cy="603395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12FEFBD4-B15B-7942-90C5-D46AC50899BC}"/>
                  </a:ext>
                </a:extLst>
              </p:cNvPr>
              <p:cNvCxnSpPr/>
              <p:nvPr/>
            </p:nvCxnSpPr>
            <p:spPr bwMode="gray">
              <a:xfrm>
                <a:off x="-720001" y="901930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88295D8F-CB41-7444-8225-52F3A37D5242}"/>
                  </a:ext>
                </a:extLst>
              </p:cNvPr>
              <p:cNvCxnSpPr/>
              <p:nvPr/>
            </p:nvCxnSpPr>
            <p:spPr bwMode="gray">
              <a:xfrm>
                <a:off x="-720001" y="298535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Picture Placeholder 49">
            <a:extLst>
              <a:ext uri="{FF2B5EF4-FFF2-40B4-BE49-F238E27FC236}">
                <a16:creationId xmlns:a16="http://schemas.microsoft.com/office/drawing/2014/main" id="{BAB5EF17-1EA4-4DBD-BF55-3C48D7B3584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306370" y="0"/>
            <a:ext cx="4837630" cy="4766400"/>
          </a:xfrm>
          <a:custGeom>
            <a:avLst/>
            <a:gdLst>
              <a:gd name="connsiteX0" fmla="*/ 4837580 w 4837580"/>
              <a:gd name="connsiteY0" fmla="*/ 0 h 4778864"/>
              <a:gd name="connsiteX1" fmla="*/ 4837580 w 4837580"/>
              <a:gd name="connsiteY1" fmla="*/ 4236509 h 4778864"/>
              <a:gd name="connsiteX2" fmla="*/ 4837580 w 4837580"/>
              <a:gd name="connsiteY2" fmla="*/ 4595309 h 4778864"/>
              <a:gd name="connsiteX3" fmla="*/ 1402464 w 4837580"/>
              <a:gd name="connsiteY3" fmla="*/ 4771886 h 4778864"/>
              <a:gd name="connsiteX4" fmla="*/ 700088 w 4837580"/>
              <a:gd name="connsiteY4" fmla="*/ 4778864 h 4778864"/>
              <a:gd name="connsiteX5" fmla="*/ 703984 w 4837580"/>
              <a:gd name="connsiteY5" fmla="*/ 4741921 h 4778864"/>
              <a:gd name="connsiteX6" fmla="*/ 682952 w 4837580"/>
              <a:gd name="connsiteY6" fmla="*/ 2049789 h 4778864"/>
              <a:gd name="connsiteX7" fmla="*/ 0 w 4837580"/>
              <a:gd name="connsiteY7" fmla="*/ 2847 h 4778864"/>
              <a:gd name="connsiteX0" fmla="*/ 4837580 w 4837580"/>
              <a:gd name="connsiteY0" fmla="*/ 0 h 4778864"/>
              <a:gd name="connsiteX1" fmla="*/ 4837580 w 4837580"/>
              <a:gd name="connsiteY1" fmla="*/ 4236509 h 4778864"/>
              <a:gd name="connsiteX2" fmla="*/ 4837580 w 4837580"/>
              <a:gd name="connsiteY2" fmla="*/ 4595309 h 4778864"/>
              <a:gd name="connsiteX3" fmla="*/ 1402464 w 4837580"/>
              <a:gd name="connsiteY3" fmla="*/ 4771886 h 4778864"/>
              <a:gd name="connsiteX4" fmla="*/ 700088 w 4837580"/>
              <a:gd name="connsiteY4" fmla="*/ 4778864 h 4778864"/>
              <a:gd name="connsiteX5" fmla="*/ 703984 w 4837580"/>
              <a:gd name="connsiteY5" fmla="*/ 4741921 h 4778864"/>
              <a:gd name="connsiteX6" fmla="*/ 682952 w 4837580"/>
              <a:gd name="connsiteY6" fmla="*/ 2049789 h 4778864"/>
              <a:gd name="connsiteX7" fmla="*/ 0 w 4837580"/>
              <a:gd name="connsiteY7" fmla="*/ 2847 h 4778864"/>
              <a:gd name="connsiteX8" fmla="*/ 4837580 w 4837580"/>
              <a:gd name="connsiteY8" fmla="*/ 0 h 4778864"/>
              <a:gd name="connsiteX0" fmla="*/ 4837580 w 4837580"/>
              <a:gd name="connsiteY0" fmla="*/ 0 h 4778864"/>
              <a:gd name="connsiteX1" fmla="*/ 4837580 w 4837580"/>
              <a:gd name="connsiteY1" fmla="*/ 4236509 h 4778864"/>
              <a:gd name="connsiteX2" fmla="*/ 4837580 w 4837580"/>
              <a:gd name="connsiteY2" fmla="*/ 4595309 h 4778864"/>
              <a:gd name="connsiteX3" fmla="*/ 3970593 w 4837580"/>
              <a:gd name="connsiteY3" fmla="*/ 4644726 h 4778864"/>
              <a:gd name="connsiteX4" fmla="*/ 1402464 w 4837580"/>
              <a:gd name="connsiteY4" fmla="*/ 4771886 h 4778864"/>
              <a:gd name="connsiteX5" fmla="*/ 700088 w 4837580"/>
              <a:gd name="connsiteY5" fmla="*/ 4778864 h 4778864"/>
              <a:gd name="connsiteX6" fmla="*/ 703984 w 4837580"/>
              <a:gd name="connsiteY6" fmla="*/ 4741921 h 4778864"/>
              <a:gd name="connsiteX7" fmla="*/ 682952 w 4837580"/>
              <a:gd name="connsiteY7" fmla="*/ 2049789 h 4778864"/>
              <a:gd name="connsiteX8" fmla="*/ 0 w 4837580"/>
              <a:gd name="connsiteY8" fmla="*/ 2847 h 4778864"/>
              <a:gd name="connsiteX9" fmla="*/ 4837580 w 4837580"/>
              <a:gd name="connsiteY9" fmla="*/ 0 h 4778864"/>
              <a:gd name="connsiteX0" fmla="*/ 4837580 w 4851126"/>
              <a:gd name="connsiteY0" fmla="*/ 0 h 4778864"/>
              <a:gd name="connsiteX1" fmla="*/ 4837580 w 4851126"/>
              <a:gd name="connsiteY1" fmla="*/ 4236509 h 4778864"/>
              <a:gd name="connsiteX2" fmla="*/ 4837580 w 4851126"/>
              <a:gd name="connsiteY2" fmla="*/ 4595309 h 4778864"/>
              <a:gd name="connsiteX3" fmla="*/ 4851126 w 4851126"/>
              <a:gd name="connsiteY3" fmla="*/ 4766505 h 4778864"/>
              <a:gd name="connsiteX4" fmla="*/ 1402464 w 4851126"/>
              <a:gd name="connsiteY4" fmla="*/ 4771886 h 4778864"/>
              <a:gd name="connsiteX5" fmla="*/ 700088 w 4851126"/>
              <a:gd name="connsiteY5" fmla="*/ 4778864 h 4778864"/>
              <a:gd name="connsiteX6" fmla="*/ 703984 w 4851126"/>
              <a:gd name="connsiteY6" fmla="*/ 4741921 h 4778864"/>
              <a:gd name="connsiteX7" fmla="*/ 682952 w 4851126"/>
              <a:gd name="connsiteY7" fmla="*/ 2049789 h 4778864"/>
              <a:gd name="connsiteX8" fmla="*/ 0 w 4851126"/>
              <a:gd name="connsiteY8" fmla="*/ 2847 h 4778864"/>
              <a:gd name="connsiteX9" fmla="*/ 4837580 w 4851126"/>
              <a:gd name="connsiteY9" fmla="*/ 0 h 4778864"/>
              <a:gd name="connsiteX0" fmla="*/ 4837580 w 4851126"/>
              <a:gd name="connsiteY0" fmla="*/ 0 h 4778864"/>
              <a:gd name="connsiteX1" fmla="*/ 4837580 w 4851126"/>
              <a:gd name="connsiteY1" fmla="*/ 4236509 h 4778864"/>
              <a:gd name="connsiteX2" fmla="*/ 4837580 w 4851126"/>
              <a:gd name="connsiteY2" fmla="*/ 4595309 h 4778864"/>
              <a:gd name="connsiteX3" fmla="*/ 4851126 w 4851126"/>
              <a:gd name="connsiteY3" fmla="*/ 4766505 h 4778864"/>
              <a:gd name="connsiteX4" fmla="*/ 700088 w 4851126"/>
              <a:gd name="connsiteY4" fmla="*/ 4778864 h 4778864"/>
              <a:gd name="connsiteX5" fmla="*/ 703984 w 4851126"/>
              <a:gd name="connsiteY5" fmla="*/ 4741921 h 4778864"/>
              <a:gd name="connsiteX6" fmla="*/ 682952 w 4851126"/>
              <a:gd name="connsiteY6" fmla="*/ 2049789 h 4778864"/>
              <a:gd name="connsiteX7" fmla="*/ 0 w 4851126"/>
              <a:gd name="connsiteY7" fmla="*/ 2847 h 4778864"/>
              <a:gd name="connsiteX8" fmla="*/ 4837580 w 4851126"/>
              <a:gd name="connsiteY8" fmla="*/ 0 h 4778864"/>
              <a:gd name="connsiteX0" fmla="*/ 4837580 w 4837580"/>
              <a:gd name="connsiteY0" fmla="*/ 0 h 5050656"/>
              <a:gd name="connsiteX1" fmla="*/ 4837580 w 4837580"/>
              <a:gd name="connsiteY1" fmla="*/ 4236509 h 5050656"/>
              <a:gd name="connsiteX2" fmla="*/ 4837580 w 4837580"/>
              <a:gd name="connsiteY2" fmla="*/ 4595309 h 5050656"/>
              <a:gd name="connsiteX3" fmla="*/ 4830806 w 4837580"/>
              <a:gd name="connsiteY3" fmla="*/ 5050656 h 5050656"/>
              <a:gd name="connsiteX4" fmla="*/ 700088 w 4837580"/>
              <a:gd name="connsiteY4" fmla="*/ 4778864 h 5050656"/>
              <a:gd name="connsiteX5" fmla="*/ 703984 w 4837580"/>
              <a:gd name="connsiteY5" fmla="*/ 4741921 h 5050656"/>
              <a:gd name="connsiteX6" fmla="*/ 682952 w 4837580"/>
              <a:gd name="connsiteY6" fmla="*/ 2049789 h 5050656"/>
              <a:gd name="connsiteX7" fmla="*/ 0 w 4837580"/>
              <a:gd name="connsiteY7" fmla="*/ 2847 h 5050656"/>
              <a:gd name="connsiteX8" fmla="*/ 4837580 w 4837580"/>
              <a:gd name="connsiteY8" fmla="*/ 0 h 5050656"/>
              <a:gd name="connsiteX0" fmla="*/ 4837580 w 4837630"/>
              <a:gd name="connsiteY0" fmla="*/ 0 h 4778864"/>
              <a:gd name="connsiteX1" fmla="*/ 4837580 w 4837630"/>
              <a:gd name="connsiteY1" fmla="*/ 4236509 h 4778864"/>
              <a:gd name="connsiteX2" fmla="*/ 4837580 w 4837630"/>
              <a:gd name="connsiteY2" fmla="*/ 4595309 h 4778864"/>
              <a:gd name="connsiteX3" fmla="*/ 4837630 w 4837630"/>
              <a:gd name="connsiteY3" fmla="*/ 4771201 h 4778864"/>
              <a:gd name="connsiteX4" fmla="*/ 700088 w 4837630"/>
              <a:gd name="connsiteY4" fmla="*/ 4778864 h 4778864"/>
              <a:gd name="connsiteX5" fmla="*/ 703984 w 4837630"/>
              <a:gd name="connsiteY5" fmla="*/ 4741921 h 4778864"/>
              <a:gd name="connsiteX6" fmla="*/ 682952 w 4837630"/>
              <a:gd name="connsiteY6" fmla="*/ 2049789 h 4778864"/>
              <a:gd name="connsiteX7" fmla="*/ 0 w 4837630"/>
              <a:gd name="connsiteY7" fmla="*/ 2847 h 4778864"/>
              <a:gd name="connsiteX8" fmla="*/ 4837580 w 4837630"/>
              <a:gd name="connsiteY8" fmla="*/ 0 h 4778864"/>
              <a:gd name="connsiteX0" fmla="*/ 4837580 w 4837630"/>
              <a:gd name="connsiteY0" fmla="*/ 0 h 4778864"/>
              <a:gd name="connsiteX1" fmla="*/ 4837580 w 4837630"/>
              <a:gd name="connsiteY1" fmla="*/ 4236509 h 4778864"/>
              <a:gd name="connsiteX2" fmla="*/ 4837580 w 4837630"/>
              <a:gd name="connsiteY2" fmla="*/ 4595309 h 4778864"/>
              <a:gd name="connsiteX3" fmla="*/ 4837630 w 4837630"/>
              <a:gd name="connsiteY3" fmla="*/ 4774609 h 4778864"/>
              <a:gd name="connsiteX4" fmla="*/ 700088 w 4837630"/>
              <a:gd name="connsiteY4" fmla="*/ 4778864 h 4778864"/>
              <a:gd name="connsiteX5" fmla="*/ 703984 w 4837630"/>
              <a:gd name="connsiteY5" fmla="*/ 4741921 h 4778864"/>
              <a:gd name="connsiteX6" fmla="*/ 682952 w 4837630"/>
              <a:gd name="connsiteY6" fmla="*/ 2049789 h 4778864"/>
              <a:gd name="connsiteX7" fmla="*/ 0 w 4837630"/>
              <a:gd name="connsiteY7" fmla="*/ 2847 h 4778864"/>
              <a:gd name="connsiteX8" fmla="*/ 4837580 w 4837630"/>
              <a:gd name="connsiteY8" fmla="*/ 0 h 4778864"/>
              <a:gd name="connsiteX0" fmla="*/ 4837580 w 4837630"/>
              <a:gd name="connsiteY0" fmla="*/ 0 h 4781425"/>
              <a:gd name="connsiteX1" fmla="*/ 4837580 w 4837630"/>
              <a:gd name="connsiteY1" fmla="*/ 4236509 h 4781425"/>
              <a:gd name="connsiteX2" fmla="*/ 4837580 w 4837630"/>
              <a:gd name="connsiteY2" fmla="*/ 4595309 h 4781425"/>
              <a:gd name="connsiteX3" fmla="*/ 4837630 w 4837630"/>
              <a:gd name="connsiteY3" fmla="*/ 4781425 h 4781425"/>
              <a:gd name="connsiteX4" fmla="*/ 700088 w 4837630"/>
              <a:gd name="connsiteY4" fmla="*/ 4778864 h 4781425"/>
              <a:gd name="connsiteX5" fmla="*/ 703984 w 4837630"/>
              <a:gd name="connsiteY5" fmla="*/ 4741921 h 4781425"/>
              <a:gd name="connsiteX6" fmla="*/ 682952 w 4837630"/>
              <a:gd name="connsiteY6" fmla="*/ 2049789 h 4781425"/>
              <a:gd name="connsiteX7" fmla="*/ 0 w 4837630"/>
              <a:gd name="connsiteY7" fmla="*/ 2847 h 4781425"/>
              <a:gd name="connsiteX8" fmla="*/ 4837580 w 4837630"/>
              <a:gd name="connsiteY8" fmla="*/ 0 h 4781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7630" h="4781425">
                <a:moveTo>
                  <a:pt x="4837580" y="0"/>
                </a:moveTo>
                <a:lnTo>
                  <a:pt x="4837580" y="4236509"/>
                </a:lnTo>
                <a:lnTo>
                  <a:pt x="4837580" y="4595309"/>
                </a:lnTo>
                <a:cubicBezTo>
                  <a:pt x="4837597" y="4653940"/>
                  <a:pt x="4837613" y="4722794"/>
                  <a:pt x="4837630" y="4781425"/>
                </a:cubicBezTo>
                <a:lnTo>
                  <a:pt x="700088" y="4778864"/>
                </a:lnTo>
                <a:lnTo>
                  <a:pt x="703984" y="4741921"/>
                </a:lnTo>
                <a:cubicBezTo>
                  <a:pt x="759741" y="4186386"/>
                  <a:pt x="831637" y="3130198"/>
                  <a:pt x="682952" y="2049789"/>
                </a:cubicBezTo>
                <a:cubicBezTo>
                  <a:pt x="443919" y="298928"/>
                  <a:pt x="0" y="2847"/>
                  <a:pt x="0" y="2847"/>
                </a:cubicBezTo>
                <a:lnTo>
                  <a:pt x="4837580" y="0"/>
                </a:lnTo>
                <a:close/>
              </a:path>
            </a:pathLst>
          </a:custGeom>
          <a:solidFill>
            <a:srgbClr val="999A9A"/>
          </a:solidFill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Place picture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0C1BF423-5DAD-4E85-89C5-DD709F5B537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4032000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39" name="Footer Placeholder 16">
            <a:extLst>
              <a:ext uri="{FF2B5EF4-FFF2-40B4-BE49-F238E27FC236}">
                <a16:creationId xmlns:a16="http://schemas.microsoft.com/office/drawing/2014/main" id="{1E03BCBD-308D-4F31-B8DF-334B558AE42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9" y="4765500"/>
            <a:ext cx="4032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2" name="Content Placeholder 25">
            <a:extLst>
              <a:ext uri="{FF2B5EF4-FFF2-40B4-BE49-F238E27FC236}">
                <a16:creationId xmlns:a16="http://schemas.microsoft.com/office/drawing/2014/main" id="{D49720DF-40AE-4776-9FCD-FD0D0D74CA7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00049" y="1238400"/>
            <a:ext cx="4032000" cy="316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Slide Number Placeholder 17">
            <a:extLst>
              <a:ext uri="{FF2B5EF4-FFF2-40B4-BE49-F238E27FC236}">
                <a16:creationId xmlns:a16="http://schemas.microsoft.com/office/drawing/2014/main" id="{C21F669E-548B-4E30-BA41-92D0C715432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6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9" name="Logo">
            <a:extLst>
              <a:ext uri="{FF2B5EF4-FFF2-40B4-BE49-F238E27FC236}">
                <a16:creationId xmlns:a16="http://schemas.microsoft.com/office/drawing/2014/main" id="{5CB9DD9F-1EC9-405C-9B4D-86B0BFFF6EC2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439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81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693FCEC-C831-4407-83A4-2F5B13A8D60C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9" name="INFOboxL">
              <a:extLst>
                <a:ext uri="{FF2B5EF4-FFF2-40B4-BE49-F238E27FC236}">
                  <a16:creationId xmlns:a16="http://schemas.microsoft.com/office/drawing/2014/main" id="{BAF6ADCE-48F9-46B3-8361-08FFFD889BEA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10" name="INFOboxR">
              <a:extLst>
                <a:ext uri="{FF2B5EF4-FFF2-40B4-BE49-F238E27FC236}">
                  <a16:creationId xmlns:a16="http://schemas.microsoft.com/office/drawing/2014/main" id="{B48D9BF3-22EC-4346-AA79-B9A2EB448C4C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7D183F1-DC49-45C6-B606-D25D11344D8F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37" name="Object 3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37" name="Object 3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itle 40">
            <a:extLst>
              <a:ext uri="{FF2B5EF4-FFF2-40B4-BE49-F238E27FC236}">
                <a16:creationId xmlns:a16="http://schemas.microsoft.com/office/drawing/2014/main" id="{5D2DEE8F-8234-4117-A2C0-69E6E9849E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92163" y="1249143"/>
            <a:ext cx="7559675" cy="315934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33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6DE78D-F207-1E43-999A-DAF2EF7EFF8A}"/>
              </a:ext>
            </a:extLst>
          </p:cNvPr>
          <p:cNvSpPr/>
          <p:nvPr userDrawn="1"/>
        </p:nvSpPr>
        <p:spPr>
          <a:xfrm>
            <a:off x="4761" y="5125500"/>
            <a:ext cx="9139239" cy="1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10D133-0290-114D-B842-DB483C0B0D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0048" y="4767263"/>
            <a:ext cx="4032000" cy="376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E5498-D422-204C-B44B-C1D7714A22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767263"/>
            <a:ext cx="395287" cy="376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014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9" userDrawn="1">
          <p15:clr>
            <a:srgbClr val="FBAE40"/>
          </p15:clr>
        </p15:guide>
        <p15:guide id="2" pos="5261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Object 3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37" name="Object 3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40">
            <a:extLst>
              <a:ext uri="{FF2B5EF4-FFF2-40B4-BE49-F238E27FC236}">
                <a16:creationId xmlns:a16="http://schemas.microsoft.com/office/drawing/2014/main" id="{D6767FCE-976C-594E-97B4-AE33BF48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92163" y="1249143"/>
            <a:ext cx="7559675" cy="315934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33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3DDA22C-3991-C44A-9308-056D2032A5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0048" y="4767263"/>
            <a:ext cx="4032000" cy="376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2612CA-FDE0-C34D-9EE6-CA7C2B23B6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767263"/>
            <a:ext cx="395287" cy="376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52FA26F-0912-433C-9A1A-916920ADD9D2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13" name="INFOboxL">
              <a:extLst>
                <a:ext uri="{FF2B5EF4-FFF2-40B4-BE49-F238E27FC236}">
                  <a16:creationId xmlns:a16="http://schemas.microsoft.com/office/drawing/2014/main" id="{749F963C-0218-4247-A54C-F5D865652D36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17" name="INFOboxR">
              <a:extLst>
                <a:ext uri="{FF2B5EF4-FFF2-40B4-BE49-F238E27FC236}">
                  <a16:creationId xmlns:a16="http://schemas.microsoft.com/office/drawing/2014/main" id="{514E0947-0C62-415F-865B-50CD4EB757D5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0864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9" userDrawn="1">
          <p15:clr>
            <a:srgbClr val="FBAE40"/>
          </p15:clr>
        </p15:guide>
        <p15:guide id="2" pos="5261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header and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9ED03FA0-EDFC-4843-A1EE-FC56842616F1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39" name="INFOboxL">
              <a:extLst>
                <a:ext uri="{FF2B5EF4-FFF2-40B4-BE49-F238E27FC236}">
                  <a16:creationId xmlns:a16="http://schemas.microsoft.com/office/drawing/2014/main" id="{8F700032-DBF4-4A01-8128-048E88E7066F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40" name="INFOboxR">
              <a:extLst>
                <a:ext uri="{FF2B5EF4-FFF2-40B4-BE49-F238E27FC236}">
                  <a16:creationId xmlns:a16="http://schemas.microsoft.com/office/drawing/2014/main" id="{81CE126B-E2EB-4B7A-9AFC-6A02F01BB0E5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4" name="Object 2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24" name="Object 2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B7079ED3-D5E2-41BB-82B5-945D313DACEF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4169BC-3014-488D-83F0-28E00D25B8F3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166822B-2678-4A62-BE1E-50A72336417C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83A6374-D0F5-4C6C-ABC8-CD287EA8F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3257064-25A8-45B3-8EF4-C5CF50064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479B242-D1FC-48BD-BF58-3659FCA662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5E70865-C89A-4C81-8291-41E9EA0A1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001AF1C-97D0-4668-A65B-069FB6AB4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25A5BC-568E-4035-A9B4-4E29901D24BD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790899E-9E9B-4017-A918-ADAB1496AA88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7F00152-CFF9-4669-8FBF-AA009A0C8FD4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FEAC8F1-206A-4BE1-A559-8AE7153BAB5D}"/>
                </a:ext>
              </a:extLst>
            </p:cNvPr>
            <p:cNvCxnSpPr>
              <a:stCxn id="12" idx="0"/>
              <a:endCxn id="12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4A31741-EAB9-4CA2-B511-D7A7C39DA2B2}"/>
                </a:ext>
              </a:extLst>
            </p:cNvPr>
            <p:cNvCxnSpPr>
              <a:stCxn id="12" idx="3"/>
              <a:endCxn id="12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98C1A96-2ACA-456A-960D-CEF5F920123C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FDD0FB5-D856-4F30-A925-653C92D180CB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49" name="Title Placeholder 1">
            <a:extLst>
              <a:ext uri="{FF2B5EF4-FFF2-40B4-BE49-F238E27FC236}">
                <a16:creationId xmlns:a16="http://schemas.microsoft.com/office/drawing/2014/main" id="{60BAAC16-1691-8949-8CF6-F31D1B86EC0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41CD658-EE77-1F4E-B0B9-2FC9A37D2800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C208FB3-E7D0-8B44-B47C-710D2516A2E0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F69D5B2A-A119-9F45-9104-C73D3E1C8433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55A5E836-4987-5D40-B586-9F3BD4069D41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D0419B6-9718-5B44-AF43-650C8ADBEFEC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664CC11-7B88-4904-ADA5-8CF6D5C4D6C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8" y="4408488"/>
            <a:ext cx="8336431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35" name="Footer Placeholder 16">
            <a:extLst>
              <a:ext uri="{FF2B5EF4-FFF2-40B4-BE49-F238E27FC236}">
                <a16:creationId xmlns:a16="http://schemas.microsoft.com/office/drawing/2014/main" id="{883359F2-A8E0-4871-A98B-C776353D891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9" y="4767260"/>
            <a:ext cx="4032000" cy="376239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7" name="Slide Number Placeholder 17">
            <a:extLst>
              <a:ext uri="{FF2B5EF4-FFF2-40B4-BE49-F238E27FC236}">
                <a16:creationId xmlns:a16="http://schemas.microsoft.com/office/drawing/2014/main" id="{FD08F4DA-F995-4C39-B261-EADFF43E491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7260"/>
            <a:ext cx="396000" cy="376239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" name="Picture Placeholder 19">
            <a:extLst>
              <a:ext uri="{FF2B5EF4-FFF2-40B4-BE49-F238E27FC236}">
                <a16:creationId xmlns:a16="http://schemas.microsoft.com/office/drawing/2014/main" id="{50051B93-5F03-49FC-BDB6-C0BD8F50E39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400049" y="987425"/>
            <a:ext cx="8336431" cy="3421064"/>
          </a:xfrm>
          <a:prstGeom prst="round2DiagRect">
            <a:avLst>
              <a:gd name="adj1" fmla="val 5667"/>
              <a:gd name="adj2" fmla="val 0"/>
            </a:avLst>
          </a:prstGeom>
          <a:solidFill>
            <a:srgbClr val="999A9A"/>
          </a:solidFill>
        </p:spPr>
        <p:txBody>
          <a:bodyPr wrap="square" anchor="ctr" anchorCtr="0">
            <a:noAutofit/>
          </a:bodyPr>
          <a:lstStyle>
            <a:lvl1pPr algn="ctr">
              <a:tabLst>
                <a:tab pos="1436688" algn="l"/>
              </a:tabLs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picture</a:t>
            </a:r>
          </a:p>
        </p:txBody>
      </p:sp>
    </p:spTree>
    <p:extLst>
      <p:ext uri="{BB962C8B-B14F-4D97-AF65-F5344CB8AC3E}">
        <p14:creationId xmlns:p14="http://schemas.microsoft.com/office/powerpoint/2010/main" val="2887614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header and sourc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12C8AC2-BF25-41DF-86FD-66D0700EF2B8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40" name="INFOboxL">
              <a:extLst>
                <a:ext uri="{FF2B5EF4-FFF2-40B4-BE49-F238E27FC236}">
                  <a16:creationId xmlns:a16="http://schemas.microsoft.com/office/drawing/2014/main" id="{4CF4714C-6FDC-4E88-B0DA-E60E8177AFC2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41" name="INFOboxR">
              <a:extLst>
                <a:ext uri="{FF2B5EF4-FFF2-40B4-BE49-F238E27FC236}">
                  <a16:creationId xmlns:a16="http://schemas.microsoft.com/office/drawing/2014/main" id="{080B1C36-7810-4EC9-B421-1232E515DA68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4" name="Object 2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24" name="Object 2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B7079ED3-D5E2-41BB-82B5-945D313DACEF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4169BC-3014-488D-83F0-28E00D25B8F3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166822B-2678-4A62-BE1E-50A72336417C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83A6374-D0F5-4C6C-ABC8-CD287EA8F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3257064-25A8-45B3-8EF4-C5CF50064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479B242-D1FC-48BD-BF58-3659FCA662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5E70865-C89A-4C81-8291-41E9EA0A1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001AF1C-97D0-4668-A65B-069FB6AB4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25A5BC-568E-4035-A9B4-4E29901D24BD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790899E-9E9B-4017-A918-ADAB1496AA88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7F00152-CFF9-4669-8FBF-AA009A0C8FD4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FEAC8F1-206A-4BE1-A559-8AE7153BAB5D}"/>
                </a:ext>
              </a:extLst>
            </p:cNvPr>
            <p:cNvCxnSpPr>
              <a:stCxn id="12" idx="0"/>
              <a:endCxn id="12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4A31741-EAB9-4CA2-B511-D7A7C39DA2B2}"/>
                </a:ext>
              </a:extLst>
            </p:cNvPr>
            <p:cNvCxnSpPr>
              <a:stCxn id="12" idx="3"/>
              <a:endCxn id="12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98C1A96-2ACA-456A-960D-CEF5F920123C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FDD0FB5-D856-4F30-A925-653C92D180CB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33" name="Picture Placeholder 19">
            <a:extLst>
              <a:ext uri="{FF2B5EF4-FFF2-40B4-BE49-F238E27FC236}">
                <a16:creationId xmlns:a16="http://schemas.microsoft.com/office/drawing/2014/main" id="{59942B6C-7DC7-456E-827F-5BA07DF803E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400049" y="1238400"/>
            <a:ext cx="8350569" cy="3168000"/>
          </a:xfrm>
          <a:prstGeom prst="round2DiagRect">
            <a:avLst>
              <a:gd name="adj1" fmla="val 5667"/>
              <a:gd name="adj2" fmla="val 0"/>
            </a:avLst>
          </a:prstGeom>
          <a:solidFill>
            <a:srgbClr val="999A9A"/>
          </a:solidFill>
        </p:spPr>
        <p:txBody>
          <a:bodyPr wrap="square" anchor="ctr" anchorCtr="0">
            <a:noAutofit/>
          </a:bodyPr>
          <a:lstStyle>
            <a:lvl1pPr algn="ctr">
              <a:tabLst>
                <a:tab pos="1436688" algn="l"/>
              </a:tabLs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picture</a:t>
            </a:r>
          </a:p>
        </p:txBody>
      </p:sp>
      <p:sp>
        <p:nvSpPr>
          <p:cNvPr id="49" name="Title Placeholder 1">
            <a:extLst>
              <a:ext uri="{FF2B5EF4-FFF2-40B4-BE49-F238E27FC236}">
                <a16:creationId xmlns:a16="http://schemas.microsoft.com/office/drawing/2014/main" id="{60BAAC16-1691-8949-8CF6-F31D1B86EC0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A155C269-005B-8F48-8BA7-75ABF7F5AD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41CD658-EE77-1F4E-B0B9-2FC9A37D2800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C208FB3-E7D0-8B44-B47C-710D2516A2E0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F69D5B2A-A119-9F45-9104-C73D3E1C8433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55A5E836-4987-5D40-B586-9F3BD4069D41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D0419B6-9718-5B44-AF43-650C8ADBEFEC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103481B-6C89-354B-BB77-50927DBCCD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0048" y="700087"/>
            <a:ext cx="8348665" cy="250826"/>
          </a:xfrm>
        </p:spPr>
        <p:txBody>
          <a:bodyPr anchor="b" anchorCtr="0"/>
          <a:lstStyle>
            <a:lvl1pPr>
              <a:defRPr sz="1600">
                <a:solidFill>
                  <a:srgbClr val="575756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762C4BD-3457-5D47-9F51-3F6E3E53AE09}"/>
              </a:ext>
            </a:extLst>
          </p:cNvPr>
          <p:cNvGrpSpPr/>
          <p:nvPr userDrawn="1"/>
        </p:nvGrpSpPr>
        <p:grpSpPr>
          <a:xfrm>
            <a:off x="-1720161" y="698918"/>
            <a:ext cx="1440000" cy="259933"/>
            <a:chOff x="-1720161" y="698918"/>
            <a:chExt cx="1440000" cy="25993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C47ECAC-FBC5-EE47-AFDB-431BA5F492D0}"/>
                </a:ext>
              </a:extLst>
            </p:cNvPr>
            <p:cNvSpPr/>
            <p:nvPr userDrawn="1"/>
          </p:nvSpPr>
          <p:spPr bwMode="gray">
            <a:xfrm>
              <a:off x="-1720161" y="698918"/>
              <a:ext cx="1440000" cy="25199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Subtitle area max 1 line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840AA88-1440-9A4E-B53B-241391BCCDCD}"/>
                </a:ext>
              </a:extLst>
            </p:cNvPr>
            <p:cNvCxnSpPr/>
            <p:nvPr userDrawn="1"/>
          </p:nvCxnSpPr>
          <p:spPr bwMode="gray">
            <a:xfrm>
              <a:off x="-1720161" y="958851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C39D921-F2D0-7448-9565-04D1DCEDB1C9}"/>
                </a:ext>
              </a:extLst>
            </p:cNvPr>
            <p:cNvCxnSpPr/>
            <p:nvPr userDrawn="1"/>
          </p:nvCxnSpPr>
          <p:spPr bwMode="gray">
            <a:xfrm>
              <a:off x="-1720161" y="700088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EAE6AD-E8BF-3645-B42D-6355E165BCF3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00048" y="4767263"/>
            <a:ext cx="4032000" cy="376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A8C39A-D194-2F48-A688-4D72B98EC95D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0" y="4767263"/>
            <a:ext cx="395287" cy="376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365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1" userDrawn="1">
          <p15:clr>
            <a:srgbClr val="FBAE40"/>
          </p15:clr>
        </p15:guide>
        <p15:guide id="2" orient="horz" pos="599" userDrawn="1">
          <p15:clr>
            <a:srgbClr val="FBAE40"/>
          </p15:clr>
        </p15:guide>
        <p15:guide id="3" orient="horz" pos="781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5DC889B9-246C-4658-923A-66A5BE80545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0" y="0"/>
            <a:ext cx="9144000" cy="4767263"/>
          </a:xfrm>
          <a:prstGeom prst="rect">
            <a:avLst/>
          </a:prstGeom>
          <a:solidFill>
            <a:srgbClr val="999A9A"/>
          </a:solidFill>
        </p:spPr>
        <p:txBody>
          <a:bodyPr wrap="square" bIns="0" anchor="ctr" anchorCtr="0">
            <a:no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Place picture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4585454-6683-46B5-94B3-8F2D07204030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37" name="INFOboxL">
              <a:extLst>
                <a:ext uri="{FF2B5EF4-FFF2-40B4-BE49-F238E27FC236}">
                  <a16:creationId xmlns:a16="http://schemas.microsoft.com/office/drawing/2014/main" id="{D70DC0D6-D32B-4530-94B7-8221DFE1FE4E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39" name="INFOboxR">
              <a:extLst>
                <a:ext uri="{FF2B5EF4-FFF2-40B4-BE49-F238E27FC236}">
                  <a16:creationId xmlns:a16="http://schemas.microsoft.com/office/drawing/2014/main" id="{596E73F0-AF66-40B0-AC0F-BB938390A077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4" name="Object 2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24" name="Object 2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3A0F7DD7-5C66-4072-BB1F-D9F30E5FD82D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18B345-32FB-4D5F-B1B3-123FEBF4CB09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4AF9E6-15E2-49AF-A0F7-32748A2A6D18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61FF646-A1E2-4FCA-9304-D13413D8F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8F56F6D-DC53-4D86-BE7D-67B1A7E04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C2D76A4-F23B-4CF0-AEF6-BBC3EF7543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27AC32A-1DD4-4129-8214-EA8029503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F52F86C-512E-4FDA-AD52-4F71E26A1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59B454-A7F3-49BA-8ABA-3FE5D602CED6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94A6510-5579-4074-928F-3BAE02081E8A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661F077-1984-45A8-8817-00C3C165469B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DC4FEB5-CF0B-4BDD-8AB4-3EB2DB2E72A4}"/>
                </a:ext>
              </a:extLst>
            </p:cNvPr>
            <p:cNvCxnSpPr>
              <a:stCxn id="11" idx="0"/>
              <a:endCxn id="11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7ABB583-6054-47F5-BF20-17E41F5B6C30}"/>
                </a:ext>
              </a:extLst>
            </p:cNvPr>
            <p:cNvCxnSpPr>
              <a:stCxn id="11" idx="3"/>
              <a:endCxn id="11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3159B3A-7E27-4925-AE5C-BD2CA5C61D64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04EFB80-B6FA-4594-AEE0-2D7925920D5A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38" name="Title 2">
            <a:extLst>
              <a:ext uri="{FF2B5EF4-FFF2-40B4-BE49-F238E27FC236}">
                <a16:creationId xmlns:a16="http://schemas.microsoft.com/office/drawing/2014/main" id="{C5608CCA-57FD-124B-9DAC-0D362FC2F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440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50000"/>
                </a:schemeClr>
              </a:gs>
            </a:gsLst>
            <a:lin ang="16200000" scaled="1"/>
          </a:gradFill>
        </p:spPr>
        <p:txBody>
          <a:bodyPr lIns="396000" tIns="3600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9973967-5EC6-1D43-B623-6C659B40642C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F3B65BB-5E62-414A-A396-8799566B659A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5BFA2A48-DC18-4A41-98C3-079E4F3CB2A2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00016CD-A821-9840-80B6-6F967B85DFCA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889E037-78F4-1E45-BBD9-7283597EF213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73B1444-99A0-441F-8651-83B07597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8" y="4408488"/>
            <a:ext cx="8343905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  <p:sp>
        <p:nvSpPr>
          <p:cNvPr id="33" name="Footer Placeholder 16">
            <a:extLst>
              <a:ext uri="{FF2B5EF4-FFF2-40B4-BE49-F238E27FC236}">
                <a16:creationId xmlns:a16="http://schemas.microsoft.com/office/drawing/2014/main" id="{8651A07D-3031-4C2D-8090-1569200C80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9" y="4765500"/>
            <a:ext cx="4032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5" name="Slide Number Placeholder 17">
            <a:extLst>
              <a:ext uri="{FF2B5EF4-FFF2-40B4-BE49-F238E27FC236}">
                <a16:creationId xmlns:a16="http://schemas.microsoft.com/office/drawing/2014/main" id="{C7040977-002E-4EA7-9D27-F77A6838712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-1" y="4765500"/>
            <a:ext cx="396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" name="Logo">
            <a:extLst>
              <a:ext uri="{FF2B5EF4-FFF2-40B4-BE49-F238E27FC236}">
                <a16:creationId xmlns:a16="http://schemas.microsoft.com/office/drawing/2014/main" id="{A5B6D403-D943-4C50-A5E0-346C113AFD90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9131300" y="5142412"/>
            <a:ext cx="12700" cy="1088"/>
          </a:xfrm>
          <a:solidFill>
            <a:schemeClr val="accent1">
              <a:alpha val="0"/>
            </a:schemeClr>
          </a:solidFill>
        </p:spPr>
        <p:txBody>
          <a:bodyPr wrap="none" tIns="0"/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4742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header Sub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51C01C7F-27A6-4A88-97C9-DCCF0DC24E0F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44" name="INFOboxL">
              <a:extLst>
                <a:ext uri="{FF2B5EF4-FFF2-40B4-BE49-F238E27FC236}">
                  <a16:creationId xmlns:a16="http://schemas.microsoft.com/office/drawing/2014/main" id="{2B583B4B-8502-45D0-85CF-D5410EA381E2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45" name="INFOboxR">
              <a:extLst>
                <a:ext uri="{FF2B5EF4-FFF2-40B4-BE49-F238E27FC236}">
                  <a16:creationId xmlns:a16="http://schemas.microsoft.com/office/drawing/2014/main" id="{E8D4380A-4AFE-4E09-B95F-959B5B566690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1D666C2-E536-2D49-808D-3B669442514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4767263"/>
          </a:xfrm>
          <a:solidFill>
            <a:srgbClr val="999A9A"/>
          </a:solidFill>
        </p:spPr>
        <p:txBody>
          <a:bodyPr anchor="ctr" anchorCtr="0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picture</a:t>
            </a:r>
          </a:p>
        </p:txBody>
      </p:sp>
      <p:graphicFrame>
        <p:nvGraphicFramePr>
          <p:cNvPr id="24" name="Object 2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24" name="Object 2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3A0F7DD7-5C66-4072-BB1F-D9F30E5FD82D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18B345-32FB-4D5F-B1B3-123FEBF4CB09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4AF9E6-15E2-49AF-A0F7-32748A2A6D18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61FF646-A1E2-4FCA-9304-D13413D8F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8F56F6D-DC53-4D86-BE7D-67B1A7E04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C2D76A4-F23B-4CF0-AEF6-BBC3EF7543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27AC32A-1DD4-4129-8214-EA8029503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F52F86C-512E-4FDA-AD52-4F71E26A1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59B454-A7F3-49BA-8ABA-3FE5D602CED6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94A6510-5579-4074-928F-3BAE02081E8A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661F077-1984-45A8-8817-00C3C165469B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DC4FEB5-CF0B-4BDD-8AB4-3EB2DB2E72A4}"/>
                </a:ext>
              </a:extLst>
            </p:cNvPr>
            <p:cNvCxnSpPr>
              <a:stCxn id="11" idx="0"/>
              <a:endCxn id="11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7ABB583-6054-47F5-BF20-17E41F5B6C30}"/>
                </a:ext>
              </a:extLst>
            </p:cNvPr>
            <p:cNvCxnSpPr>
              <a:stCxn id="11" idx="3"/>
              <a:endCxn id="11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3159B3A-7E27-4925-AE5C-BD2CA5C61D64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04EFB80-B6FA-4594-AEE0-2D7925920D5A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38" name="Title 2">
            <a:extLst>
              <a:ext uri="{FF2B5EF4-FFF2-40B4-BE49-F238E27FC236}">
                <a16:creationId xmlns:a16="http://schemas.microsoft.com/office/drawing/2014/main" id="{C5608CCA-57FD-124B-9DAC-0D362FC2F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920774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50000"/>
                </a:schemeClr>
              </a:gs>
            </a:gsLst>
            <a:lin ang="16200000" scaled="1"/>
          </a:gradFill>
        </p:spPr>
        <p:txBody>
          <a:bodyPr lIns="396000" tIns="3600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9973967-5EC6-1D43-B623-6C659B40642C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F3B65BB-5E62-414A-A396-8799566B659A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5BFA2A48-DC18-4A41-98C3-079E4F3CB2A2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00016CD-A821-9840-80B6-6F967B85DFCA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889E037-78F4-1E45-BBD9-7283597EF213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A4B952C0-50FB-9C41-92EC-3C395366B51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0048" y="700087"/>
            <a:ext cx="8348665" cy="250826"/>
          </a:xfrm>
        </p:spPr>
        <p:txBody>
          <a:bodyPr anchor="b" anchorCtr="0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903953B-D0F4-6A45-98BE-39A272E82389}"/>
              </a:ext>
            </a:extLst>
          </p:cNvPr>
          <p:cNvGrpSpPr/>
          <p:nvPr userDrawn="1"/>
        </p:nvGrpSpPr>
        <p:grpSpPr>
          <a:xfrm>
            <a:off x="-1720161" y="698918"/>
            <a:ext cx="1440000" cy="259933"/>
            <a:chOff x="-1720161" y="698918"/>
            <a:chExt cx="1440000" cy="25993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FE4F6D3-9B75-3F48-9DE3-0E0E66F833C1}"/>
                </a:ext>
              </a:extLst>
            </p:cNvPr>
            <p:cNvSpPr/>
            <p:nvPr userDrawn="1"/>
          </p:nvSpPr>
          <p:spPr bwMode="gray">
            <a:xfrm>
              <a:off x="-1720161" y="698918"/>
              <a:ext cx="1440000" cy="25199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Subtitle area max 1 line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6FF3C7D-9813-CB42-92A4-A1D301416B1E}"/>
                </a:ext>
              </a:extLst>
            </p:cNvPr>
            <p:cNvCxnSpPr/>
            <p:nvPr userDrawn="1"/>
          </p:nvCxnSpPr>
          <p:spPr bwMode="gray">
            <a:xfrm>
              <a:off x="-1720161" y="958851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DE22429-98DF-364B-9FE9-E3B09E4C5733}"/>
                </a:ext>
              </a:extLst>
            </p:cNvPr>
            <p:cNvCxnSpPr/>
            <p:nvPr userDrawn="1"/>
          </p:nvCxnSpPr>
          <p:spPr bwMode="gray">
            <a:xfrm>
              <a:off x="-1720161" y="700088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AB92C9-938D-D54E-A277-B754D94DEE55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00048" y="4767263"/>
            <a:ext cx="4032000" cy="376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FF287F-3A0D-EE40-9CCF-93B372186709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0" y="4767263"/>
            <a:ext cx="395287" cy="376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644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1" userDrawn="1">
          <p15:clr>
            <a:srgbClr val="FBAE40"/>
          </p15:clr>
        </p15:guide>
        <p15:guide id="2" orient="horz" pos="599" userDrawn="1">
          <p15:clr>
            <a:srgbClr val="FBAE40"/>
          </p15:clr>
        </p15:guide>
        <p15:guide id="3" orient="horz" pos="804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locks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9564584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24" name="Object 2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02F61E3C-6733-4010-AEBF-6921EC969DE6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60931E0-2F5C-4692-AC9A-929D7179BFD1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99389F0-8B40-4B10-800B-1174321E8851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530DBE6-8D7C-43F6-883A-13BD3FE3F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B25CE7B-C1B3-44BF-BDEA-8B2B4B305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4C37ACF-FCEA-4168-A2F4-B3C97BEE62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FEB1114-10F6-49AD-80EF-FDFB29627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9BE548C-0A7E-432F-A060-A58D234A0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1E5C322-9E2E-46F7-9108-EEE83E1B09A8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7965D1-0983-4A4E-B79C-6AC1D0A4E5FD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2C4A63F-91A2-4876-B3D6-D93A3D526EBB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13AB1F-7F01-4082-872B-0BE8B072C659}"/>
                </a:ext>
              </a:extLst>
            </p:cNvPr>
            <p:cNvCxnSpPr>
              <a:cxnSpLocks/>
              <a:stCxn id="19" idx="0"/>
              <a:endCxn id="19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EB1CB4C-7DA7-47FD-AB84-6A55DFFA53DA}"/>
                </a:ext>
              </a:extLst>
            </p:cNvPr>
            <p:cNvCxnSpPr>
              <a:cxnSpLocks/>
              <a:stCxn id="19" idx="3"/>
              <a:endCxn id="19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BF7812F-A4E0-4292-88CF-6A342F645103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D82CE5F-F2A2-4325-965A-815EFC08C5A0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1AD883-BAEE-8541-831E-7D8D87CEAA40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C310375-AB96-BB48-85E0-3816425AE27B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BD4198EF-5E1B-D746-93A5-435AEF89B831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FC433C9-ABB7-F840-80D2-DBE0D9C3D4FF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B7BB19A-7091-7B4D-90B6-45D579B67A32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72" name="Title Placeholder 1">
            <a:extLst>
              <a:ext uri="{FF2B5EF4-FFF2-40B4-BE49-F238E27FC236}">
                <a16:creationId xmlns:a16="http://schemas.microsoft.com/office/drawing/2014/main" id="{131932A1-4BE6-DF4F-8362-CE9C3018BC5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2" name="Picture Placeholder 45">
            <a:extLst>
              <a:ext uri="{FF2B5EF4-FFF2-40B4-BE49-F238E27FC236}">
                <a16:creationId xmlns:a16="http://schemas.microsoft.com/office/drawing/2014/main" id="{61DA5B2D-6800-41BA-9027-C3BD2524651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987425"/>
            <a:ext cx="9144000" cy="3778075"/>
          </a:xfrm>
          <a:prstGeom prst="rect">
            <a:avLst/>
          </a:prstGeom>
          <a:noFill/>
        </p:spPr>
        <p:txBody>
          <a:bodyPr wrap="square" lIns="396000" tIns="72000" rIns="180000" bIns="180000">
            <a:noAutofit/>
          </a:bodyPr>
          <a:lstStyle>
            <a:lvl1pPr>
              <a:defRPr sz="1400"/>
            </a:lvl1pPr>
          </a:lstStyle>
          <a:p>
            <a:r>
              <a:rPr lang="en-US" dirty="0"/>
              <a:t>           </a:t>
            </a:r>
          </a:p>
        </p:txBody>
      </p:sp>
      <p:sp>
        <p:nvSpPr>
          <p:cNvPr id="43" name="Content Placeholder 21">
            <a:extLst>
              <a:ext uri="{FF2B5EF4-FFF2-40B4-BE49-F238E27FC236}">
                <a16:creationId xmlns:a16="http://schemas.microsoft.com/office/drawing/2014/main" id="{4CB36609-C081-48EC-86D4-87151F26CBDF}"/>
              </a:ext>
            </a:extLst>
          </p:cNvPr>
          <p:cNvSpPr>
            <a:spLocks noGrp="1"/>
          </p:cNvSpPr>
          <p:nvPr>
            <p:ph sz="quarter" idx="34"/>
          </p:nvPr>
        </p:nvSpPr>
        <p:spPr bwMode="gray">
          <a:xfrm>
            <a:off x="2574408" y="1881231"/>
            <a:ext cx="1835287" cy="1835287"/>
          </a:xfrm>
          <a:prstGeom prst="ellipse">
            <a:avLst/>
          </a:prstGeom>
          <a:solidFill>
            <a:srgbClr val="575756"/>
          </a:solidFill>
        </p:spPr>
        <p:txBody>
          <a:bodyPr wrap="square" lIns="72000" rIns="72000" anchor="ctr" anchorCtr="0">
            <a:noAutofit/>
          </a:bodyPr>
          <a:lstStyle>
            <a:lvl1pPr algn="ctr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20">
            <a:extLst>
              <a:ext uri="{FF2B5EF4-FFF2-40B4-BE49-F238E27FC236}">
                <a16:creationId xmlns:a16="http://schemas.microsoft.com/office/drawing/2014/main" id="{7F811B64-B89F-4EE6-8F45-E5F48E058166}"/>
              </a:ext>
            </a:extLst>
          </p:cNvPr>
          <p:cNvSpPr>
            <a:spLocks noGrp="1"/>
          </p:cNvSpPr>
          <p:nvPr>
            <p:ph sz="quarter" idx="35"/>
          </p:nvPr>
        </p:nvSpPr>
        <p:spPr bwMode="gray">
          <a:xfrm>
            <a:off x="6913426" y="1881231"/>
            <a:ext cx="1835287" cy="1835287"/>
          </a:xfrm>
          <a:prstGeom prst="ellipse">
            <a:avLst/>
          </a:prstGeom>
          <a:solidFill>
            <a:srgbClr val="00ABA9"/>
          </a:solidFill>
        </p:spPr>
        <p:txBody>
          <a:bodyPr wrap="square" lIns="72000" rIns="72000" anchor="ctr" anchorCtr="0">
            <a:noAutofit/>
          </a:bodyPr>
          <a:lstStyle>
            <a:lvl1pPr algn="ctr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Content Placeholder 20">
            <a:extLst>
              <a:ext uri="{FF2B5EF4-FFF2-40B4-BE49-F238E27FC236}">
                <a16:creationId xmlns:a16="http://schemas.microsoft.com/office/drawing/2014/main" id="{52D9BED4-256E-4292-8ACA-327466D8D244}"/>
              </a:ext>
            </a:extLst>
          </p:cNvPr>
          <p:cNvSpPr>
            <a:spLocks noGrp="1"/>
          </p:cNvSpPr>
          <p:nvPr>
            <p:ph sz="quarter" idx="36"/>
          </p:nvPr>
        </p:nvSpPr>
        <p:spPr bwMode="gray">
          <a:xfrm>
            <a:off x="4743917" y="1881231"/>
            <a:ext cx="1835287" cy="1835287"/>
          </a:xfrm>
          <a:prstGeom prst="ellipse">
            <a:avLst/>
          </a:prstGeom>
          <a:solidFill>
            <a:srgbClr val="1A4780"/>
          </a:solidFill>
        </p:spPr>
        <p:txBody>
          <a:bodyPr wrap="square" lIns="72000" rIns="72000" anchor="ctr" anchorCtr="0">
            <a:noAutofit/>
          </a:bodyPr>
          <a:lstStyle>
            <a:lvl1pPr algn="ctr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Content Placeholder 20">
            <a:extLst>
              <a:ext uri="{FF2B5EF4-FFF2-40B4-BE49-F238E27FC236}">
                <a16:creationId xmlns:a16="http://schemas.microsoft.com/office/drawing/2014/main" id="{2E67D974-BDAB-45E4-A046-8D6A44ECC836}"/>
              </a:ext>
            </a:extLst>
          </p:cNvPr>
          <p:cNvSpPr>
            <a:spLocks noGrp="1"/>
          </p:cNvSpPr>
          <p:nvPr>
            <p:ph sz="quarter" idx="37"/>
          </p:nvPr>
        </p:nvSpPr>
        <p:spPr bwMode="gray">
          <a:xfrm>
            <a:off x="404899" y="1881231"/>
            <a:ext cx="1835287" cy="1835287"/>
          </a:xfrm>
          <a:prstGeom prst="ellipse">
            <a:avLst/>
          </a:prstGeom>
          <a:solidFill>
            <a:srgbClr val="999A9A"/>
          </a:solidFill>
        </p:spPr>
        <p:txBody>
          <a:bodyPr wrap="square" lIns="72000" rIns="72000" anchor="ctr" anchorCtr="0">
            <a:noAutofit/>
          </a:bodyPr>
          <a:lstStyle>
            <a:lvl1pPr algn="ctr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Footer Placeholder 16">
            <a:extLst>
              <a:ext uri="{FF2B5EF4-FFF2-40B4-BE49-F238E27FC236}">
                <a16:creationId xmlns:a16="http://schemas.microsoft.com/office/drawing/2014/main" id="{B712BC33-7A71-4250-A0A1-0D2EB968809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8" y="4765500"/>
            <a:ext cx="4032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1" name="Slide Number Placeholder 17">
            <a:extLst>
              <a:ext uri="{FF2B5EF4-FFF2-40B4-BE49-F238E27FC236}">
                <a16:creationId xmlns:a16="http://schemas.microsoft.com/office/drawing/2014/main" id="{C27686D2-1D13-434D-9AF6-D3368BDCD76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5288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D867F3E1-E78D-4AF1-870E-A19E98D7E6F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0049" y="4408487"/>
            <a:ext cx="8348664" cy="360000"/>
          </a:xfrm>
        </p:spPr>
        <p:txBody>
          <a:bodyPr anchor="ctr" anchorCtr="0"/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</p:spTree>
    <p:extLst>
      <p:ext uri="{BB962C8B-B14F-4D97-AF65-F5344CB8AC3E}">
        <p14:creationId xmlns:p14="http://schemas.microsoft.com/office/powerpoint/2010/main" val="610301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locks 01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B19AAF5-0B6D-465E-8181-6EEC1D226586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24" name="Object 2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3921936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24" name="Object 2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02F61E3C-6733-4010-AEBF-6921EC969DE6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60931E0-2F5C-4692-AC9A-929D7179BFD1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99389F0-8B40-4B10-800B-1174321E8851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530DBE6-8D7C-43F6-883A-13BD3FE3F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B25CE7B-C1B3-44BF-BDEA-8B2B4B305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4C37ACF-FCEA-4168-A2F4-B3C97BEE62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FEB1114-10F6-49AD-80EF-FDFB29627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9BE548C-0A7E-432F-A060-A58D234A0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1E5C322-9E2E-46F7-9108-EEE83E1B09A8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7965D1-0983-4A4E-B79C-6AC1D0A4E5FD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2C4A63F-91A2-4876-B3D6-D93A3D526EBB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13AB1F-7F01-4082-872B-0BE8B072C659}"/>
                </a:ext>
              </a:extLst>
            </p:cNvPr>
            <p:cNvCxnSpPr>
              <a:cxnSpLocks/>
              <a:stCxn id="19" idx="0"/>
              <a:endCxn id="19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EB1CB4C-7DA7-47FD-AB84-6A55DFFA53DA}"/>
                </a:ext>
              </a:extLst>
            </p:cNvPr>
            <p:cNvCxnSpPr>
              <a:cxnSpLocks/>
              <a:stCxn id="19" idx="3"/>
              <a:endCxn id="19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BF7812F-A4E0-4292-88CF-6A342F645103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D82CE5F-F2A2-4325-965A-815EFC08C5A0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58" name="Content Placeholder 21">
            <a:extLst>
              <a:ext uri="{FF2B5EF4-FFF2-40B4-BE49-F238E27FC236}">
                <a16:creationId xmlns:a16="http://schemas.microsoft.com/office/drawing/2014/main" id="{29694344-5EAF-426B-8426-6A4867F02EB7}"/>
              </a:ext>
            </a:extLst>
          </p:cNvPr>
          <p:cNvSpPr>
            <a:spLocks noGrp="1"/>
          </p:cNvSpPr>
          <p:nvPr>
            <p:ph sz="quarter" idx="34"/>
          </p:nvPr>
        </p:nvSpPr>
        <p:spPr bwMode="gray">
          <a:xfrm>
            <a:off x="400048" y="2059900"/>
            <a:ext cx="1440000" cy="1440000"/>
          </a:xfrm>
          <a:prstGeom prst="ellipse">
            <a:avLst/>
          </a:prstGeom>
          <a:solidFill>
            <a:srgbClr val="999A9A"/>
          </a:solidFill>
        </p:spPr>
        <p:txBody>
          <a:bodyPr wrap="square" lIns="72000" tIns="72000" rIns="72000" bIns="72000" anchor="ctr" anchorCtr="0">
            <a:noAutofit/>
          </a:bodyPr>
          <a:lstStyle>
            <a:lvl1pPr algn="ctr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ctr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ctr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ctr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ctr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Content Placeholder 20">
            <a:extLst>
              <a:ext uri="{FF2B5EF4-FFF2-40B4-BE49-F238E27FC236}">
                <a16:creationId xmlns:a16="http://schemas.microsoft.com/office/drawing/2014/main" id="{F5C23E09-82A4-4D6D-946C-5080776348D5}"/>
              </a:ext>
            </a:extLst>
          </p:cNvPr>
          <p:cNvSpPr>
            <a:spLocks noGrp="1"/>
          </p:cNvSpPr>
          <p:nvPr>
            <p:ph sz="quarter" idx="35"/>
          </p:nvPr>
        </p:nvSpPr>
        <p:spPr bwMode="gray">
          <a:xfrm>
            <a:off x="2127214" y="2059900"/>
            <a:ext cx="1440000" cy="1440000"/>
          </a:xfrm>
          <a:prstGeom prst="ellipse">
            <a:avLst/>
          </a:prstGeom>
          <a:solidFill>
            <a:srgbClr val="575756"/>
          </a:solidFill>
        </p:spPr>
        <p:txBody>
          <a:bodyPr wrap="square" lIns="72000" tIns="72000" rIns="72000" bIns="72000" anchor="ctr" anchorCtr="0">
            <a:noAutofit/>
          </a:bodyPr>
          <a:lstStyle>
            <a:lvl1pPr algn="ctr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ctr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ctr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ctr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ctr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Content Placeholder 20">
            <a:extLst>
              <a:ext uri="{FF2B5EF4-FFF2-40B4-BE49-F238E27FC236}">
                <a16:creationId xmlns:a16="http://schemas.microsoft.com/office/drawing/2014/main" id="{BB5475D1-6614-4780-BC49-176729AEEDB6}"/>
              </a:ext>
            </a:extLst>
          </p:cNvPr>
          <p:cNvSpPr>
            <a:spLocks noGrp="1"/>
          </p:cNvSpPr>
          <p:nvPr>
            <p:ph sz="quarter" idx="36"/>
          </p:nvPr>
        </p:nvSpPr>
        <p:spPr bwMode="gray">
          <a:xfrm>
            <a:off x="3854380" y="2059900"/>
            <a:ext cx="1440000" cy="1440000"/>
          </a:xfrm>
          <a:prstGeom prst="ellipse">
            <a:avLst/>
          </a:prstGeom>
          <a:solidFill>
            <a:srgbClr val="1A4780"/>
          </a:solidFill>
        </p:spPr>
        <p:txBody>
          <a:bodyPr wrap="square" lIns="72000" tIns="72000" rIns="72000" bIns="72000" anchor="ctr" anchorCtr="0">
            <a:noAutofit/>
          </a:bodyPr>
          <a:lstStyle>
            <a:lvl1pPr algn="ctr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ctr">
              <a:lnSpc>
                <a:spcPct val="105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2pPr>
            <a:lvl3pPr marL="360000" indent="-180000" algn="ctr">
              <a:lnSpc>
                <a:spcPct val="105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3pPr>
            <a:lvl4pPr marL="539750" indent="-180000" algn="ctr">
              <a:lnSpc>
                <a:spcPct val="105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4pPr>
            <a:lvl5pPr marL="720000" indent="-180000" algn="ctr">
              <a:lnSpc>
                <a:spcPct val="105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1AD883-BAEE-8541-831E-7D8D87CEAA40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C310375-AB96-BB48-85E0-3816425AE27B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BD4198EF-5E1B-D746-93A5-435AEF89B831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FC433C9-ABB7-F840-80D2-DBE0D9C3D4FF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B7BB19A-7091-7B4D-90B6-45D579B67A32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72" name="Title Placeholder 1">
            <a:extLst>
              <a:ext uri="{FF2B5EF4-FFF2-40B4-BE49-F238E27FC236}">
                <a16:creationId xmlns:a16="http://schemas.microsoft.com/office/drawing/2014/main" id="{131932A1-4BE6-DF4F-8362-CE9C3018BC5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3" name="Content Placeholder 20">
            <a:extLst>
              <a:ext uri="{FF2B5EF4-FFF2-40B4-BE49-F238E27FC236}">
                <a16:creationId xmlns:a16="http://schemas.microsoft.com/office/drawing/2014/main" id="{50DF1B88-F229-7049-997D-5D819D8E534B}"/>
              </a:ext>
            </a:extLst>
          </p:cNvPr>
          <p:cNvSpPr>
            <a:spLocks noGrp="1"/>
          </p:cNvSpPr>
          <p:nvPr>
            <p:ph sz="quarter" idx="37"/>
          </p:nvPr>
        </p:nvSpPr>
        <p:spPr bwMode="gray">
          <a:xfrm>
            <a:off x="5581546" y="2059900"/>
            <a:ext cx="1440000" cy="1440000"/>
          </a:xfrm>
          <a:prstGeom prst="ellipse">
            <a:avLst/>
          </a:prstGeom>
          <a:solidFill>
            <a:srgbClr val="00ABA9"/>
          </a:solidFill>
        </p:spPr>
        <p:txBody>
          <a:bodyPr wrap="square" lIns="72000" tIns="72000" rIns="72000" bIns="72000" anchor="ctr" anchorCtr="0">
            <a:noAutofit/>
          </a:bodyPr>
          <a:lstStyle>
            <a:lvl1pPr algn="ctr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ctr">
              <a:lnSpc>
                <a:spcPct val="105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2pPr>
            <a:lvl3pPr marL="360000" indent="-180000" algn="ctr">
              <a:lnSpc>
                <a:spcPct val="105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3pPr>
            <a:lvl4pPr marL="539750" indent="-180000" algn="ctr">
              <a:lnSpc>
                <a:spcPct val="105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4pPr>
            <a:lvl5pPr marL="720000" indent="-180000" algn="ctr">
              <a:lnSpc>
                <a:spcPct val="105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Content Placeholder 20">
            <a:extLst>
              <a:ext uri="{FF2B5EF4-FFF2-40B4-BE49-F238E27FC236}">
                <a16:creationId xmlns:a16="http://schemas.microsoft.com/office/drawing/2014/main" id="{6C568DFC-C6FA-0949-A1D0-779900CAA05D}"/>
              </a:ext>
            </a:extLst>
          </p:cNvPr>
          <p:cNvSpPr>
            <a:spLocks noGrp="1"/>
          </p:cNvSpPr>
          <p:nvPr>
            <p:ph sz="quarter" idx="38"/>
          </p:nvPr>
        </p:nvSpPr>
        <p:spPr bwMode="gray">
          <a:xfrm>
            <a:off x="7308713" y="2059900"/>
            <a:ext cx="1440000" cy="1440000"/>
          </a:xfrm>
          <a:prstGeom prst="ellipse">
            <a:avLst/>
          </a:prstGeom>
          <a:solidFill>
            <a:srgbClr val="78AA00"/>
          </a:solidFill>
        </p:spPr>
        <p:txBody>
          <a:bodyPr wrap="square" lIns="72000" tIns="72000" rIns="72000" bIns="72000" anchor="ctr" anchorCtr="0">
            <a:noAutofit/>
          </a:bodyPr>
          <a:lstStyle>
            <a:lvl1pPr algn="ctr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ctr">
              <a:lnSpc>
                <a:spcPct val="105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2pPr>
            <a:lvl3pPr marL="360000" indent="-180000" algn="ctr">
              <a:lnSpc>
                <a:spcPct val="105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3pPr>
            <a:lvl4pPr marL="539750" indent="-180000" algn="ctr">
              <a:lnSpc>
                <a:spcPct val="105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4pPr>
            <a:lvl5pPr marL="720000" indent="-180000" algn="ctr">
              <a:lnSpc>
                <a:spcPct val="105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C4B8FDC7-DDFB-5B45-B9C7-279E7749C7B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0048" y="700087"/>
            <a:ext cx="8348665" cy="250826"/>
          </a:xfrm>
        </p:spPr>
        <p:txBody>
          <a:bodyPr anchor="b" anchorCtr="0"/>
          <a:lstStyle>
            <a:lvl1pPr>
              <a:defRPr sz="1600">
                <a:solidFill>
                  <a:srgbClr val="575756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B9B4F53-8778-3349-96AF-734B76E44D8B}"/>
              </a:ext>
            </a:extLst>
          </p:cNvPr>
          <p:cNvGrpSpPr/>
          <p:nvPr userDrawn="1"/>
        </p:nvGrpSpPr>
        <p:grpSpPr>
          <a:xfrm>
            <a:off x="-1720161" y="698918"/>
            <a:ext cx="1440000" cy="259933"/>
            <a:chOff x="-1720161" y="698918"/>
            <a:chExt cx="1440000" cy="259933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9D583B0-7B35-7E41-BEB5-505BCA47C1CB}"/>
                </a:ext>
              </a:extLst>
            </p:cNvPr>
            <p:cNvSpPr/>
            <p:nvPr userDrawn="1"/>
          </p:nvSpPr>
          <p:spPr bwMode="gray">
            <a:xfrm>
              <a:off x="-1720161" y="698918"/>
              <a:ext cx="1440000" cy="25199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Subtitle area max 1 line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6BEF97E-9DEB-2648-845A-35CA189CBF6A}"/>
                </a:ext>
              </a:extLst>
            </p:cNvPr>
            <p:cNvCxnSpPr/>
            <p:nvPr userDrawn="1"/>
          </p:nvCxnSpPr>
          <p:spPr bwMode="gray">
            <a:xfrm>
              <a:off x="-1720161" y="958851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ABEBAE8-1409-614C-BB04-35BDAC180BAE}"/>
                </a:ext>
              </a:extLst>
            </p:cNvPr>
            <p:cNvCxnSpPr/>
            <p:nvPr userDrawn="1"/>
          </p:nvCxnSpPr>
          <p:spPr bwMode="gray">
            <a:xfrm>
              <a:off x="-1720161" y="700088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43ADEE-D3BA-B542-AB2B-813A3607B203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>
          <a:xfrm>
            <a:off x="400048" y="4767263"/>
            <a:ext cx="4032000" cy="376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F1F064-BADA-4C42-A270-B90993DBD410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>
          <a:xfrm>
            <a:off x="0" y="4767263"/>
            <a:ext cx="395287" cy="376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A3F37410-09FA-D043-94EE-7D9F47F1C3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</p:spTree>
    <p:extLst>
      <p:ext uri="{BB962C8B-B14F-4D97-AF65-F5344CB8AC3E}">
        <p14:creationId xmlns:p14="http://schemas.microsoft.com/office/powerpoint/2010/main" val="3200084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1" userDrawn="1">
          <p15:clr>
            <a:srgbClr val="FBAE40"/>
          </p15:clr>
        </p15:guide>
        <p15:guide id="2" orient="horz" pos="599" userDrawn="1">
          <p15:clr>
            <a:srgbClr val="FBAE40"/>
          </p15:clr>
        </p15:guide>
        <p15:guide id="3" orient="horz" pos="78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lock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661AB75A-3ECB-489E-8BC7-CE011EC35E9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986400"/>
            <a:ext cx="9144000" cy="3778075"/>
          </a:xfrm>
          <a:prstGeom prst="rect">
            <a:avLst/>
          </a:prstGeom>
          <a:noFill/>
        </p:spPr>
        <p:txBody>
          <a:bodyPr wrap="square" lIns="396000" tIns="72000" rIns="180000" bIns="180000">
            <a:noAutofit/>
          </a:bodyPr>
          <a:lstStyle>
            <a:lvl1pPr>
              <a:defRPr sz="1400"/>
            </a:lvl1pPr>
          </a:lstStyle>
          <a:p>
            <a:r>
              <a:rPr lang="en-US" dirty="0"/>
              <a:t>          </a:t>
            </a:r>
          </a:p>
        </p:txBody>
      </p:sp>
      <p:sp>
        <p:nvSpPr>
          <p:cNvPr id="47" name="Content Placeholder 21">
            <a:extLst>
              <a:ext uri="{FF2B5EF4-FFF2-40B4-BE49-F238E27FC236}">
                <a16:creationId xmlns:a16="http://schemas.microsoft.com/office/drawing/2014/main" id="{2CF60AEC-7900-4941-8291-7D4DE43E8F75}"/>
              </a:ext>
            </a:extLst>
          </p:cNvPr>
          <p:cNvSpPr>
            <a:spLocks noGrp="1"/>
          </p:cNvSpPr>
          <p:nvPr>
            <p:ph sz="quarter" idx="34"/>
          </p:nvPr>
        </p:nvSpPr>
        <p:spPr bwMode="gray">
          <a:xfrm>
            <a:off x="2132265" y="1850400"/>
            <a:ext cx="1440000" cy="1440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575756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Content Placeholder 20">
            <a:extLst>
              <a:ext uri="{FF2B5EF4-FFF2-40B4-BE49-F238E27FC236}">
                <a16:creationId xmlns:a16="http://schemas.microsoft.com/office/drawing/2014/main" id="{9ACE7007-FB67-4F92-AE53-B20EEA81B1D1}"/>
              </a:ext>
            </a:extLst>
          </p:cNvPr>
          <p:cNvSpPr>
            <a:spLocks noGrp="1"/>
          </p:cNvSpPr>
          <p:nvPr>
            <p:ph sz="quarter" idx="37"/>
          </p:nvPr>
        </p:nvSpPr>
        <p:spPr bwMode="gray">
          <a:xfrm>
            <a:off x="404900" y="1850400"/>
            <a:ext cx="1440000" cy="1440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999A9A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Content Placeholder 20">
            <a:extLst>
              <a:ext uri="{FF2B5EF4-FFF2-40B4-BE49-F238E27FC236}">
                <a16:creationId xmlns:a16="http://schemas.microsoft.com/office/drawing/2014/main" id="{1C06891B-F964-485D-93D1-5F9340B2F587}"/>
              </a:ext>
            </a:extLst>
          </p:cNvPr>
          <p:cNvSpPr>
            <a:spLocks noGrp="1"/>
          </p:cNvSpPr>
          <p:nvPr>
            <p:ph sz="quarter" idx="35"/>
          </p:nvPr>
        </p:nvSpPr>
        <p:spPr bwMode="gray">
          <a:xfrm>
            <a:off x="5586995" y="1850400"/>
            <a:ext cx="1440000" cy="1440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00ABA9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6" name="Content Placeholder 20">
            <a:extLst>
              <a:ext uri="{FF2B5EF4-FFF2-40B4-BE49-F238E27FC236}">
                <a16:creationId xmlns:a16="http://schemas.microsoft.com/office/drawing/2014/main" id="{C7DE6CC0-387A-4B53-B67F-15AEF4B410F3}"/>
              </a:ext>
            </a:extLst>
          </p:cNvPr>
          <p:cNvSpPr>
            <a:spLocks noGrp="1"/>
          </p:cNvSpPr>
          <p:nvPr>
            <p:ph sz="quarter" idx="36"/>
          </p:nvPr>
        </p:nvSpPr>
        <p:spPr bwMode="gray">
          <a:xfrm>
            <a:off x="3859630" y="1850400"/>
            <a:ext cx="1440000" cy="1440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1A4780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Content Placeholder 20">
            <a:extLst>
              <a:ext uri="{FF2B5EF4-FFF2-40B4-BE49-F238E27FC236}">
                <a16:creationId xmlns:a16="http://schemas.microsoft.com/office/drawing/2014/main" id="{0F14EF81-9939-495F-92F1-B1AEAF1AACDF}"/>
              </a:ext>
            </a:extLst>
          </p:cNvPr>
          <p:cNvSpPr>
            <a:spLocks noGrp="1"/>
          </p:cNvSpPr>
          <p:nvPr>
            <p:ph sz="quarter" idx="42"/>
          </p:nvPr>
        </p:nvSpPr>
        <p:spPr bwMode="gray">
          <a:xfrm>
            <a:off x="7314360" y="1850400"/>
            <a:ext cx="1440000" cy="1440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1EA03C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aphicFrame>
        <p:nvGraphicFramePr>
          <p:cNvPr id="24" name="Object 2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4537755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24" name="Object 2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B4431DC9-0BF7-934C-AE48-55162292B66E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71BB0AA-BF60-004C-80D7-9764091BBD8F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3A42C22-C415-D74E-AE0A-90B656C5990B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1012E634-FBFB-0842-B17E-F6A787A7B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7566CFB-E643-D041-92FE-BE3D4A754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D99A7DD1-4B29-CC41-89EF-A463B80430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FACA85B2-71B6-CC4C-9DF1-5E9226D8F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8D21CF94-98D2-C448-A5BD-D0F619B83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88AA5E7-3ADD-C044-AAA3-5C48C6866535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4D7EF1C-8BB1-874C-A613-4AA349B5B935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0A492B8-3CE7-B644-B1D2-138CB9964C31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2C9CAA7-F054-244C-AE3E-BF87BC3D787B}"/>
                </a:ext>
              </a:extLst>
            </p:cNvPr>
            <p:cNvCxnSpPr>
              <a:cxnSpLocks/>
              <a:stCxn id="53" idx="0"/>
              <a:endCxn id="53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F892CAB-DD75-7A4E-8C83-6109C021C721}"/>
                </a:ext>
              </a:extLst>
            </p:cNvPr>
            <p:cNvCxnSpPr>
              <a:cxnSpLocks/>
              <a:stCxn id="53" idx="3"/>
              <a:endCxn id="53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333E662-900A-BE4D-AFCB-DFB4D20A70B9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46DE1F0-6195-3449-89A3-4257CB6E041B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77161EB-16EE-1C4C-BFF5-B03F6C6AD6FF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DEA66F97-A634-A542-A688-E9ED269CCAF3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70555DB0-434C-7C4B-B418-CFFA04AC59E7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D6111E69-3FC9-1B4E-9D40-06CE830F93BC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C2538D8-4844-444B-8203-0E7C15AAD049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96" name="Title Placeholder 1">
            <a:extLst>
              <a:ext uri="{FF2B5EF4-FFF2-40B4-BE49-F238E27FC236}">
                <a16:creationId xmlns:a16="http://schemas.microsoft.com/office/drawing/2014/main" id="{20F1647A-9C26-2A46-81B2-2B226AF4BC0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8" name="Footer Placeholder 16">
            <a:extLst>
              <a:ext uri="{FF2B5EF4-FFF2-40B4-BE49-F238E27FC236}">
                <a16:creationId xmlns:a16="http://schemas.microsoft.com/office/drawing/2014/main" id="{23D20225-9459-401C-8690-7AC9F039032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9" y="4765500"/>
            <a:ext cx="4032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9" name="Slide Number Placeholder 17">
            <a:extLst>
              <a:ext uri="{FF2B5EF4-FFF2-40B4-BE49-F238E27FC236}">
                <a16:creationId xmlns:a16="http://schemas.microsoft.com/office/drawing/2014/main" id="{AD31EAB0-8934-48AA-8F18-551E7E311AF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5287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0" name="Text Placeholder 4">
            <a:extLst>
              <a:ext uri="{FF2B5EF4-FFF2-40B4-BE49-F238E27FC236}">
                <a16:creationId xmlns:a16="http://schemas.microsoft.com/office/drawing/2014/main" id="{E1AC8C38-6E09-48F5-BF29-0BC53D8CFE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00049" y="4407619"/>
            <a:ext cx="8348664" cy="360000"/>
          </a:xfrm>
        </p:spPr>
        <p:txBody>
          <a:bodyPr anchor="ctr" anchorCtr="0"/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</p:spTree>
    <p:extLst>
      <p:ext uri="{BB962C8B-B14F-4D97-AF65-F5344CB8AC3E}">
        <p14:creationId xmlns:p14="http://schemas.microsoft.com/office/powerpoint/2010/main" val="54721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locks 02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46EFBC0-C642-4833-BDED-9272438E5E5D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24" name="Object 2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8891571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24" name="Object 2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B4431DC9-0BF7-934C-AE48-55162292B66E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71BB0AA-BF60-004C-80D7-9764091BBD8F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3A42C22-C415-D74E-AE0A-90B656C5990B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1012E634-FBFB-0842-B17E-F6A787A7B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7566CFB-E643-D041-92FE-BE3D4A754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D99A7DD1-4B29-CC41-89EF-A463B80430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FACA85B2-71B6-CC4C-9DF1-5E9226D8F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8D21CF94-98D2-C448-A5BD-D0F619B83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88AA5E7-3ADD-C044-AAA3-5C48C6866535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4D7EF1C-8BB1-874C-A613-4AA349B5B935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0A492B8-3CE7-B644-B1D2-138CB9964C31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2C9CAA7-F054-244C-AE3E-BF87BC3D787B}"/>
                </a:ext>
              </a:extLst>
            </p:cNvPr>
            <p:cNvCxnSpPr>
              <a:cxnSpLocks/>
              <a:stCxn id="53" idx="0"/>
              <a:endCxn id="53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F892CAB-DD75-7A4E-8C83-6109C021C721}"/>
                </a:ext>
              </a:extLst>
            </p:cNvPr>
            <p:cNvCxnSpPr>
              <a:cxnSpLocks/>
              <a:stCxn id="53" idx="3"/>
              <a:endCxn id="53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1333E662-900A-BE4D-AFCB-DFB4D20A70B9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46DE1F0-6195-3449-89A3-4257CB6E041B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sp>
        <p:nvSpPr>
          <p:cNvPr id="82" name="Content Placeholder 21">
            <a:extLst>
              <a:ext uri="{FF2B5EF4-FFF2-40B4-BE49-F238E27FC236}">
                <a16:creationId xmlns:a16="http://schemas.microsoft.com/office/drawing/2014/main" id="{ADE1B464-6AFE-0349-9F62-A7A2C69D5D1F}"/>
              </a:ext>
            </a:extLst>
          </p:cNvPr>
          <p:cNvSpPr>
            <a:spLocks noGrp="1"/>
          </p:cNvSpPr>
          <p:nvPr>
            <p:ph sz="quarter" idx="34"/>
          </p:nvPr>
        </p:nvSpPr>
        <p:spPr bwMode="gray">
          <a:xfrm>
            <a:off x="400048" y="2067207"/>
            <a:ext cx="1440000" cy="1440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999A9A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buClr>
                <a:schemeClr val="bg1"/>
              </a:buClr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3" name="Content Placeholder 20">
            <a:extLst>
              <a:ext uri="{FF2B5EF4-FFF2-40B4-BE49-F238E27FC236}">
                <a16:creationId xmlns:a16="http://schemas.microsoft.com/office/drawing/2014/main" id="{6AA2C5EA-33D8-4749-BF59-60488113A7C0}"/>
              </a:ext>
            </a:extLst>
          </p:cNvPr>
          <p:cNvSpPr>
            <a:spLocks noGrp="1"/>
          </p:cNvSpPr>
          <p:nvPr>
            <p:ph sz="quarter" idx="35"/>
          </p:nvPr>
        </p:nvSpPr>
        <p:spPr bwMode="gray">
          <a:xfrm>
            <a:off x="2127214" y="2067207"/>
            <a:ext cx="1440000" cy="1440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575756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buClr>
                <a:schemeClr val="bg1"/>
              </a:buClr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4" name="Content Placeholder 20">
            <a:extLst>
              <a:ext uri="{FF2B5EF4-FFF2-40B4-BE49-F238E27FC236}">
                <a16:creationId xmlns:a16="http://schemas.microsoft.com/office/drawing/2014/main" id="{4C0C2668-DF7B-B04F-B787-3DF6D23A51F3}"/>
              </a:ext>
            </a:extLst>
          </p:cNvPr>
          <p:cNvSpPr>
            <a:spLocks noGrp="1"/>
          </p:cNvSpPr>
          <p:nvPr>
            <p:ph sz="quarter" idx="36"/>
          </p:nvPr>
        </p:nvSpPr>
        <p:spPr bwMode="gray">
          <a:xfrm>
            <a:off x="3854380" y="2067207"/>
            <a:ext cx="1440000" cy="1440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1A4780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buClr>
                <a:schemeClr val="bg1"/>
              </a:buClr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77161EB-16EE-1C4C-BFF5-B03F6C6AD6FF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DEA66F97-A634-A542-A688-E9ED269CCAF3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70555DB0-434C-7C4B-B418-CFFA04AC59E7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D6111E69-3FC9-1B4E-9D40-06CE830F93BC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C2538D8-4844-444B-8203-0E7C15AAD049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9B2653A1-2CD6-2D40-9815-9A3EFFFC7D3C}"/>
              </a:ext>
            </a:extLst>
          </p:cNvPr>
          <p:cNvSpPr/>
          <p:nvPr userDrawn="1"/>
        </p:nvSpPr>
        <p:spPr>
          <a:xfrm>
            <a:off x="4761" y="5125500"/>
            <a:ext cx="9139239" cy="1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sp>
        <p:nvSpPr>
          <p:cNvPr id="96" name="Title Placeholder 1">
            <a:extLst>
              <a:ext uri="{FF2B5EF4-FFF2-40B4-BE49-F238E27FC236}">
                <a16:creationId xmlns:a16="http://schemas.microsoft.com/office/drawing/2014/main" id="{20F1647A-9C26-2A46-81B2-2B226AF4BC0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97" name="Content Placeholder 20">
            <a:extLst>
              <a:ext uri="{FF2B5EF4-FFF2-40B4-BE49-F238E27FC236}">
                <a16:creationId xmlns:a16="http://schemas.microsoft.com/office/drawing/2014/main" id="{1ACF5EF5-28A7-C145-BD32-93CC9AC5778A}"/>
              </a:ext>
            </a:extLst>
          </p:cNvPr>
          <p:cNvSpPr>
            <a:spLocks noGrp="1"/>
          </p:cNvSpPr>
          <p:nvPr>
            <p:ph sz="quarter" idx="37"/>
          </p:nvPr>
        </p:nvSpPr>
        <p:spPr bwMode="gray">
          <a:xfrm>
            <a:off x="5581546" y="2067207"/>
            <a:ext cx="1440000" cy="1440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00ABA9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buClr>
                <a:schemeClr val="bg1"/>
              </a:buClr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8" name="Content Placeholder 20">
            <a:extLst>
              <a:ext uri="{FF2B5EF4-FFF2-40B4-BE49-F238E27FC236}">
                <a16:creationId xmlns:a16="http://schemas.microsoft.com/office/drawing/2014/main" id="{772E2BDE-4276-7C4A-85A3-88203C3A4665}"/>
              </a:ext>
            </a:extLst>
          </p:cNvPr>
          <p:cNvSpPr>
            <a:spLocks noGrp="1"/>
          </p:cNvSpPr>
          <p:nvPr>
            <p:ph sz="quarter" idx="38"/>
          </p:nvPr>
        </p:nvSpPr>
        <p:spPr bwMode="gray">
          <a:xfrm>
            <a:off x="7308713" y="2067207"/>
            <a:ext cx="1440000" cy="1440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78AA00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buClr>
                <a:schemeClr val="bg1"/>
              </a:buClr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64A76782-5454-CF4C-A5EA-78F51E3FC6E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0048" y="700087"/>
            <a:ext cx="8348665" cy="250826"/>
          </a:xfrm>
        </p:spPr>
        <p:txBody>
          <a:bodyPr anchor="b" anchorCtr="0"/>
          <a:lstStyle>
            <a:lvl1pPr>
              <a:defRPr sz="1600">
                <a:solidFill>
                  <a:srgbClr val="575756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738DB7E-C783-744B-9D45-C9B427939E63}"/>
              </a:ext>
            </a:extLst>
          </p:cNvPr>
          <p:cNvGrpSpPr/>
          <p:nvPr userDrawn="1"/>
        </p:nvGrpSpPr>
        <p:grpSpPr>
          <a:xfrm>
            <a:off x="-1720161" y="698918"/>
            <a:ext cx="1440000" cy="259933"/>
            <a:chOff x="-1720161" y="698918"/>
            <a:chExt cx="1440000" cy="259933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DB407BF-5D92-9143-8F03-01C9119DE563}"/>
                </a:ext>
              </a:extLst>
            </p:cNvPr>
            <p:cNvSpPr/>
            <p:nvPr userDrawn="1"/>
          </p:nvSpPr>
          <p:spPr bwMode="gray">
            <a:xfrm>
              <a:off x="-1720161" y="698918"/>
              <a:ext cx="1440000" cy="25199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Subtitle area max 1 line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6C6359E-1139-5B4B-A879-3FA5350AB96A}"/>
                </a:ext>
              </a:extLst>
            </p:cNvPr>
            <p:cNvCxnSpPr/>
            <p:nvPr userDrawn="1"/>
          </p:nvCxnSpPr>
          <p:spPr bwMode="gray">
            <a:xfrm>
              <a:off x="-1720161" y="958851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7A23EAB-E6C7-E84E-AA98-C2F684EBE153}"/>
                </a:ext>
              </a:extLst>
            </p:cNvPr>
            <p:cNvCxnSpPr/>
            <p:nvPr userDrawn="1"/>
          </p:nvCxnSpPr>
          <p:spPr bwMode="gray">
            <a:xfrm>
              <a:off x="-1720161" y="700088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E9EAD3-0FB2-0541-9813-0DFDCEF088B9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>
          <a:xfrm>
            <a:off x="400048" y="4767262"/>
            <a:ext cx="4032000" cy="376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97CCDB-DE4C-7542-A0B5-C8477AAF7B01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>
          <a:xfrm>
            <a:off x="0" y="4767262"/>
            <a:ext cx="395287" cy="376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B828C7CF-DE11-C74F-A592-CF5DC73A848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</p:spTree>
    <p:extLst>
      <p:ext uri="{BB962C8B-B14F-4D97-AF65-F5344CB8AC3E}">
        <p14:creationId xmlns:p14="http://schemas.microsoft.com/office/powerpoint/2010/main" val="3585598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1" userDrawn="1">
          <p15:clr>
            <a:srgbClr val="FBAE40"/>
          </p15:clr>
        </p15:guide>
        <p15:guide id="2" orient="horz" pos="599" userDrawn="1">
          <p15:clr>
            <a:srgbClr val="FBAE40"/>
          </p15:clr>
        </p15:guide>
        <p15:guide id="3" orient="horz" pos="781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locks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3250331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24" name="Object 2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AB316838-208C-5241-9C21-81A8E6C4DF20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6C907A1-B73A-F147-961C-C123F40D94D1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141D6E0-E94C-6A4B-B72B-DD2D951E24D0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BE1A3003-72B3-7D41-A21D-167AE0579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BEE5B76F-04BE-7744-81C3-799BFDC53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6FCF4A7C-96EB-3D49-8DD1-08EFAB15D0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28CCB5B-8644-074A-91C4-0280462E6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5570877A-8B1D-EF4D-B275-2D2403765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504CA4C-2AA9-8049-B2E9-5BA184270294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D354144-F2FB-6A43-B570-10B312DF820D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6A95B73F-8816-ED4B-80BC-1D76B6BC50D2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620B680-DB5C-AA44-96FD-82F019F27985}"/>
                </a:ext>
              </a:extLst>
            </p:cNvPr>
            <p:cNvCxnSpPr>
              <a:cxnSpLocks/>
              <a:stCxn id="55" idx="0"/>
              <a:endCxn id="55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9A85CDF-6C86-C847-AC80-E9BE22045C9A}"/>
                </a:ext>
              </a:extLst>
            </p:cNvPr>
            <p:cNvCxnSpPr>
              <a:cxnSpLocks/>
              <a:stCxn id="55" idx="3"/>
              <a:endCxn id="55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2711DB6A-9282-BD4D-94CE-3E70CA775D76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48A2CD6-3541-A146-8D9E-A57202153CF4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C77B250-525C-744B-B605-269EE4183621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95AAB37C-B54A-374D-9EB0-FC7F5ED56BC8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EE5BECA-5D20-4147-ABB1-C6103A0D8E73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C31B65F-09B4-2B4A-9C5C-941FA30A88C7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030CC9D-91B7-D345-BC19-873C685F60CD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95" name="Title Placeholder 1">
            <a:extLst>
              <a:ext uri="{FF2B5EF4-FFF2-40B4-BE49-F238E27FC236}">
                <a16:creationId xmlns:a16="http://schemas.microsoft.com/office/drawing/2014/main" id="{6CCCBDDB-4661-0746-918B-6B6592E50C4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2" name="Picture Placeholder 45">
            <a:extLst>
              <a:ext uri="{FF2B5EF4-FFF2-40B4-BE49-F238E27FC236}">
                <a16:creationId xmlns:a16="http://schemas.microsoft.com/office/drawing/2014/main" id="{62DC9231-FF01-47CD-AE0B-BBC7C5EC04F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987425"/>
            <a:ext cx="9144000" cy="3778075"/>
          </a:xfrm>
          <a:prstGeom prst="rect">
            <a:avLst/>
          </a:prstGeom>
          <a:noFill/>
        </p:spPr>
        <p:txBody>
          <a:bodyPr wrap="square" lIns="396000" tIns="72000" rIns="180000" bIns="180000">
            <a:noAutofit/>
          </a:bodyPr>
          <a:lstStyle>
            <a:lvl1pPr>
              <a:defRPr sz="1400"/>
            </a:lvl1pPr>
          </a:lstStyle>
          <a:p>
            <a:r>
              <a:rPr lang="en-US" dirty="0"/>
              <a:t>             </a:t>
            </a:r>
          </a:p>
        </p:txBody>
      </p:sp>
      <p:sp>
        <p:nvSpPr>
          <p:cNvPr id="43" name="Content Placeholder 21">
            <a:extLst>
              <a:ext uri="{FF2B5EF4-FFF2-40B4-BE49-F238E27FC236}">
                <a16:creationId xmlns:a16="http://schemas.microsoft.com/office/drawing/2014/main" id="{AB071559-04C8-485C-AD53-76832F057E9B}"/>
              </a:ext>
            </a:extLst>
          </p:cNvPr>
          <p:cNvSpPr>
            <a:spLocks noGrp="1"/>
          </p:cNvSpPr>
          <p:nvPr>
            <p:ph sz="quarter" idx="34"/>
          </p:nvPr>
        </p:nvSpPr>
        <p:spPr bwMode="gray">
          <a:xfrm>
            <a:off x="3784898" y="1318436"/>
            <a:ext cx="1425600" cy="1425600"/>
          </a:xfrm>
          <a:prstGeom prst="round2DiagRect">
            <a:avLst>
              <a:gd name="adj1" fmla="val 8018"/>
              <a:gd name="adj2" fmla="val 0"/>
            </a:avLst>
          </a:prstGeom>
          <a:solidFill>
            <a:srgbClr val="575756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Content Placeholder 20">
            <a:extLst>
              <a:ext uri="{FF2B5EF4-FFF2-40B4-BE49-F238E27FC236}">
                <a16:creationId xmlns:a16="http://schemas.microsoft.com/office/drawing/2014/main" id="{165F3684-4E98-4D33-80E7-6C48E6D4BE0C}"/>
              </a:ext>
            </a:extLst>
          </p:cNvPr>
          <p:cNvSpPr>
            <a:spLocks noGrp="1"/>
          </p:cNvSpPr>
          <p:nvPr>
            <p:ph sz="quarter" idx="44"/>
          </p:nvPr>
        </p:nvSpPr>
        <p:spPr bwMode="gray">
          <a:xfrm>
            <a:off x="404900" y="1318436"/>
            <a:ext cx="3240000" cy="1425600"/>
          </a:xfrm>
          <a:prstGeom prst="round2DiagRect">
            <a:avLst>
              <a:gd name="adj1" fmla="val 8018"/>
              <a:gd name="adj2" fmla="val 0"/>
            </a:avLst>
          </a:prstGeom>
          <a:solidFill>
            <a:srgbClr val="999A9A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Content Placeholder 20">
            <a:extLst>
              <a:ext uri="{FF2B5EF4-FFF2-40B4-BE49-F238E27FC236}">
                <a16:creationId xmlns:a16="http://schemas.microsoft.com/office/drawing/2014/main" id="{4A8F18BF-5F60-48E6-B661-99DB2291492E}"/>
              </a:ext>
            </a:extLst>
          </p:cNvPr>
          <p:cNvSpPr>
            <a:spLocks noGrp="1"/>
          </p:cNvSpPr>
          <p:nvPr>
            <p:ph sz="quarter" idx="36"/>
          </p:nvPr>
        </p:nvSpPr>
        <p:spPr bwMode="gray">
          <a:xfrm>
            <a:off x="5350496" y="1318436"/>
            <a:ext cx="1425600" cy="1425600"/>
          </a:xfrm>
          <a:prstGeom prst="round2DiagRect">
            <a:avLst>
              <a:gd name="adj1" fmla="val 8018"/>
              <a:gd name="adj2" fmla="val 0"/>
            </a:avLst>
          </a:prstGeom>
          <a:solidFill>
            <a:srgbClr val="1A4780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Content Placeholder 20">
            <a:extLst>
              <a:ext uri="{FF2B5EF4-FFF2-40B4-BE49-F238E27FC236}">
                <a16:creationId xmlns:a16="http://schemas.microsoft.com/office/drawing/2014/main" id="{70E2E049-D80B-41BC-BEFD-0B38C839838F}"/>
              </a:ext>
            </a:extLst>
          </p:cNvPr>
          <p:cNvSpPr>
            <a:spLocks noGrp="1"/>
          </p:cNvSpPr>
          <p:nvPr>
            <p:ph sz="quarter" idx="35"/>
          </p:nvPr>
        </p:nvSpPr>
        <p:spPr bwMode="gray">
          <a:xfrm>
            <a:off x="4630752" y="2898278"/>
            <a:ext cx="1425600" cy="1425600"/>
          </a:xfrm>
          <a:prstGeom prst="round2DiagRect">
            <a:avLst>
              <a:gd name="adj1" fmla="val 8018"/>
              <a:gd name="adj2" fmla="val 0"/>
            </a:avLst>
          </a:prstGeom>
          <a:solidFill>
            <a:srgbClr val="660066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Content Placeholder 20">
            <a:extLst>
              <a:ext uri="{FF2B5EF4-FFF2-40B4-BE49-F238E27FC236}">
                <a16:creationId xmlns:a16="http://schemas.microsoft.com/office/drawing/2014/main" id="{3B87F8B4-D27A-439F-B813-B6B364712EBB}"/>
              </a:ext>
            </a:extLst>
          </p:cNvPr>
          <p:cNvSpPr>
            <a:spLocks noGrp="1"/>
          </p:cNvSpPr>
          <p:nvPr>
            <p:ph sz="quarter" idx="45"/>
          </p:nvPr>
        </p:nvSpPr>
        <p:spPr bwMode="gray">
          <a:xfrm>
            <a:off x="1501818" y="2898278"/>
            <a:ext cx="1425600" cy="1425600"/>
          </a:xfrm>
          <a:prstGeom prst="round2DiagRect">
            <a:avLst>
              <a:gd name="adj1" fmla="val 8018"/>
              <a:gd name="adj2" fmla="val 0"/>
            </a:avLst>
          </a:prstGeom>
          <a:solidFill>
            <a:srgbClr val="00ABA9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Content Placeholder 20">
            <a:extLst>
              <a:ext uri="{FF2B5EF4-FFF2-40B4-BE49-F238E27FC236}">
                <a16:creationId xmlns:a16="http://schemas.microsoft.com/office/drawing/2014/main" id="{4CC88438-4EE2-4A37-ADEE-3EF31575482A}"/>
              </a:ext>
            </a:extLst>
          </p:cNvPr>
          <p:cNvSpPr>
            <a:spLocks noGrp="1"/>
          </p:cNvSpPr>
          <p:nvPr>
            <p:ph sz="quarter" idx="46"/>
          </p:nvPr>
        </p:nvSpPr>
        <p:spPr bwMode="gray">
          <a:xfrm>
            <a:off x="3066285" y="2898278"/>
            <a:ext cx="1425600" cy="1425600"/>
          </a:xfrm>
          <a:prstGeom prst="round2DiagRect">
            <a:avLst>
              <a:gd name="adj1" fmla="val 8018"/>
              <a:gd name="adj2" fmla="val 0"/>
            </a:avLst>
          </a:prstGeom>
          <a:solidFill>
            <a:srgbClr val="1EA03C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Content Placeholder 20">
            <a:extLst>
              <a:ext uri="{FF2B5EF4-FFF2-40B4-BE49-F238E27FC236}">
                <a16:creationId xmlns:a16="http://schemas.microsoft.com/office/drawing/2014/main" id="{0C68099B-1FC3-44DD-8C12-21014B1B0854}"/>
              </a:ext>
            </a:extLst>
          </p:cNvPr>
          <p:cNvSpPr>
            <a:spLocks noGrp="1"/>
          </p:cNvSpPr>
          <p:nvPr>
            <p:ph sz="quarter" idx="47"/>
          </p:nvPr>
        </p:nvSpPr>
        <p:spPr bwMode="gray">
          <a:xfrm>
            <a:off x="6195218" y="2898278"/>
            <a:ext cx="1425600" cy="1425600"/>
          </a:xfrm>
          <a:prstGeom prst="round2DiagRect">
            <a:avLst>
              <a:gd name="adj1" fmla="val 8018"/>
              <a:gd name="adj2" fmla="val 0"/>
            </a:avLst>
          </a:prstGeom>
          <a:solidFill>
            <a:srgbClr val="BE0032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Footer Placeholder 16">
            <a:extLst>
              <a:ext uri="{FF2B5EF4-FFF2-40B4-BE49-F238E27FC236}">
                <a16:creationId xmlns:a16="http://schemas.microsoft.com/office/drawing/2014/main" id="{67DD1D45-C01A-4EAF-9575-21005FF6A9A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9" y="4765500"/>
            <a:ext cx="4032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0" name="Slide Number Placeholder 17">
            <a:extLst>
              <a:ext uri="{FF2B5EF4-FFF2-40B4-BE49-F238E27FC236}">
                <a16:creationId xmlns:a16="http://schemas.microsoft.com/office/drawing/2014/main" id="{4C3BF15E-4B8E-4014-9CED-5291C98963E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6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3562C884-FBE5-4A35-8C1F-0C603352F20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0049" y="4408489"/>
            <a:ext cx="8348664" cy="360000"/>
          </a:xfrm>
        </p:spPr>
        <p:txBody>
          <a:bodyPr anchor="ctr" anchorCtr="0"/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</p:spTree>
    <p:extLst>
      <p:ext uri="{BB962C8B-B14F-4D97-AF65-F5344CB8AC3E}">
        <p14:creationId xmlns:p14="http://schemas.microsoft.com/office/powerpoint/2010/main" val="1911617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622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locks 03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92C54C5-0E9A-4143-BEC5-8F5358C58B32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24" name="Object 2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8615515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24" name="Object 2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AB316838-208C-5241-9C21-81A8E6C4DF20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6C907A1-B73A-F147-961C-C123F40D94D1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141D6E0-E94C-6A4B-B72B-DD2D951E24D0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BE1A3003-72B3-7D41-A21D-167AE0579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BEE5B76F-04BE-7744-81C3-799BFDC53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6FCF4A7C-96EB-3D49-8DD1-08EFAB15D0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28CCB5B-8644-074A-91C4-0280462E6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5570877A-8B1D-EF4D-B275-2D2403765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504CA4C-2AA9-8049-B2E9-5BA184270294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D354144-F2FB-6A43-B570-10B312DF820D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6A95B73F-8816-ED4B-80BC-1D76B6BC50D2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620B680-DB5C-AA44-96FD-82F019F27985}"/>
                </a:ext>
              </a:extLst>
            </p:cNvPr>
            <p:cNvCxnSpPr>
              <a:cxnSpLocks/>
              <a:stCxn id="55" idx="0"/>
              <a:endCxn id="55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9A85CDF-6C86-C847-AC80-E9BE22045C9A}"/>
                </a:ext>
              </a:extLst>
            </p:cNvPr>
            <p:cNvCxnSpPr>
              <a:cxnSpLocks/>
              <a:stCxn id="55" idx="3"/>
              <a:endCxn id="55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2711DB6A-9282-BD4D-94CE-3E70CA775D76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48A2CD6-3541-A146-8D9E-A57202153CF4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C77B250-525C-744B-B605-269EE4183621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95AAB37C-B54A-374D-9EB0-FC7F5ED56BC8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EE5BECA-5D20-4147-ABB1-C6103A0D8E73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C31B65F-09B4-2B4A-9C5C-941FA30A88C7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030CC9D-91B7-D345-BC19-873C685F60CD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95" name="Title Placeholder 1">
            <a:extLst>
              <a:ext uri="{FF2B5EF4-FFF2-40B4-BE49-F238E27FC236}">
                <a16:creationId xmlns:a16="http://schemas.microsoft.com/office/drawing/2014/main" id="{6CCCBDDB-4661-0746-918B-6B6592E50C4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99" name="Content Placeholder 21">
            <a:extLst>
              <a:ext uri="{FF2B5EF4-FFF2-40B4-BE49-F238E27FC236}">
                <a16:creationId xmlns:a16="http://schemas.microsoft.com/office/drawing/2014/main" id="{0619A20F-E4E9-C64F-9319-218C068893D6}"/>
              </a:ext>
            </a:extLst>
          </p:cNvPr>
          <p:cNvSpPr>
            <a:spLocks noGrp="1"/>
          </p:cNvSpPr>
          <p:nvPr>
            <p:ph sz="quarter" idx="34"/>
          </p:nvPr>
        </p:nvSpPr>
        <p:spPr bwMode="gray">
          <a:xfrm>
            <a:off x="400048" y="1238400"/>
            <a:ext cx="1440000" cy="3168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999A9A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buClr>
                <a:schemeClr val="bg1"/>
              </a:buClr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0" name="Content Placeholder 20">
            <a:extLst>
              <a:ext uri="{FF2B5EF4-FFF2-40B4-BE49-F238E27FC236}">
                <a16:creationId xmlns:a16="http://schemas.microsoft.com/office/drawing/2014/main" id="{931243D4-766A-864D-8ED9-F8CB071222CB}"/>
              </a:ext>
            </a:extLst>
          </p:cNvPr>
          <p:cNvSpPr>
            <a:spLocks noGrp="1"/>
          </p:cNvSpPr>
          <p:nvPr>
            <p:ph sz="quarter" idx="35"/>
          </p:nvPr>
        </p:nvSpPr>
        <p:spPr bwMode="gray">
          <a:xfrm>
            <a:off x="2127214" y="1238400"/>
            <a:ext cx="1440000" cy="3168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575756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buClr>
                <a:schemeClr val="bg1"/>
              </a:buClr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1" name="Content Placeholder 20">
            <a:extLst>
              <a:ext uri="{FF2B5EF4-FFF2-40B4-BE49-F238E27FC236}">
                <a16:creationId xmlns:a16="http://schemas.microsoft.com/office/drawing/2014/main" id="{9A968B75-6B9A-1C4C-BB2C-524F29AC4B25}"/>
              </a:ext>
            </a:extLst>
          </p:cNvPr>
          <p:cNvSpPr>
            <a:spLocks noGrp="1"/>
          </p:cNvSpPr>
          <p:nvPr>
            <p:ph sz="quarter" idx="36"/>
          </p:nvPr>
        </p:nvSpPr>
        <p:spPr bwMode="gray">
          <a:xfrm>
            <a:off x="3854380" y="1238400"/>
            <a:ext cx="1440000" cy="3168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1A4780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buClr>
                <a:schemeClr val="bg1"/>
              </a:buClr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2" name="Content Placeholder 20">
            <a:extLst>
              <a:ext uri="{FF2B5EF4-FFF2-40B4-BE49-F238E27FC236}">
                <a16:creationId xmlns:a16="http://schemas.microsoft.com/office/drawing/2014/main" id="{C02D9E3C-EF03-FE45-8653-9E9D49F02F8B}"/>
              </a:ext>
            </a:extLst>
          </p:cNvPr>
          <p:cNvSpPr>
            <a:spLocks noGrp="1"/>
          </p:cNvSpPr>
          <p:nvPr>
            <p:ph sz="quarter" idx="37"/>
          </p:nvPr>
        </p:nvSpPr>
        <p:spPr bwMode="gray">
          <a:xfrm>
            <a:off x="5581546" y="1238400"/>
            <a:ext cx="1440000" cy="3168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00ABA9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buClr>
                <a:schemeClr val="bg1"/>
              </a:buClr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" name="Content Placeholder 20">
            <a:extLst>
              <a:ext uri="{FF2B5EF4-FFF2-40B4-BE49-F238E27FC236}">
                <a16:creationId xmlns:a16="http://schemas.microsoft.com/office/drawing/2014/main" id="{E1AA7FC4-0F68-CC4A-837A-05291692BF53}"/>
              </a:ext>
            </a:extLst>
          </p:cNvPr>
          <p:cNvSpPr>
            <a:spLocks noGrp="1"/>
          </p:cNvSpPr>
          <p:nvPr>
            <p:ph sz="quarter" idx="38"/>
          </p:nvPr>
        </p:nvSpPr>
        <p:spPr bwMode="gray">
          <a:xfrm>
            <a:off x="7308713" y="1238400"/>
            <a:ext cx="1440000" cy="3168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78AA00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buClr>
                <a:schemeClr val="bg1"/>
              </a:buClr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FF0DA25C-FD16-F948-9C27-045E91FBA6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0048" y="700087"/>
            <a:ext cx="8348665" cy="250826"/>
          </a:xfrm>
        </p:spPr>
        <p:txBody>
          <a:bodyPr anchor="b" anchorCtr="0"/>
          <a:lstStyle>
            <a:lvl1pPr>
              <a:defRPr sz="1600">
                <a:solidFill>
                  <a:srgbClr val="575756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D86B292-BB59-2F41-B1EB-1493AE0E880A}"/>
              </a:ext>
            </a:extLst>
          </p:cNvPr>
          <p:cNvGrpSpPr/>
          <p:nvPr userDrawn="1"/>
        </p:nvGrpSpPr>
        <p:grpSpPr>
          <a:xfrm>
            <a:off x="-1720161" y="698918"/>
            <a:ext cx="1440000" cy="259933"/>
            <a:chOff x="-1720161" y="698918"/>
            <a:chExt cx="1440000" cy="259933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68F42E4-9215-6D40-98E7-81B58C9C4A90}"/>
                </a:ext>
              </a:extLst>
            </p:cNvPr>
            <p:cNvSpPr/>
            <p:nvPr userDrawn="1"/>
          </p:nvSpPr>
          <p:spPr bwMode="gray">
            <a:xfrm>
              <a:off x="-1720161" y="698918"/>
              <a:ext cx="1440000" cy="25199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Subtitle area max 1 line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893AF9D-A7BC-8947-B6E9-3C6AA6AF4CB8}"/>
                </a:ext>
              </a:extLst>
            </p:cNvPr>
            <p:cNvCxnSpPr/>
            <p:nvPr userDrawn="1"/>
          </p:nvCxnSpPr>
          <p:spPr bwMode="gray">
            <a:xfrm>
              <a:off x="-1720161" y="958851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F5766B4-5F16-824E-BAB5-7DA0333378EA}"/>
                </a:ext>
              </a:extLst>
            </p:cNvPr>
            <p:cNvCxnSpPr/>
            <p:nvPr userDrawn="1"/>
          </p:nvCxnSpPr>
          <p:spPr bwMode="gray">
            <a:xfrm>
              <a:off x="-1720161" y="700088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669546-1B1B-DC44-9EF3-1EF922AAC48F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>
          <a:xfrm>
            <a:off x="400048" y="4767262"/>
            <a:ext cx="4032000" cy="376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C9E12C-7749-F940-9B40-8C486752980C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>
          <a:xfrm>
            <a:off x="0" y="4767262"/>
            <a:ext cx="395287" cy="376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DF294FBC-BF4B-F647-80B0-ACBB637ACD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</p:spTree>
    <p:extLst>
      <p:ext uri="{BB962C8B-B14F-4D97-AF65-F5344CB8AC3E}">
        <p14:creationId xmlns:p14="http://schemas.microsoft.com/office/powerpoint/2010/main" val="2628710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1">
          <p15:clr>
            <a:srgbClr val="FBAE40"/>
          </p15:clr>
        </p15:guide>
        <p15:guide id="2" orient="horz" pos="599">
          <p15:clr>
            <a:srgbClr val="FBAE40"/>
          </p15:clr>
        </p15:guide>
        <p15:guide id="3" orient="horz" pos="781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locks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9595335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24" name="Object 2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F25F13CB-85E5-E44A-9DD6-9FE9F8A6221C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E703F83-4D6B-9445-882B-767284B7D19E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5DBF9F6-0E18-2343-9278-FF4E5A4E9A5A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4153E2EF-565A-634A-9479-D624F228E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D0931442-531B-0144-811E-1B54BF634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C3968682-4B74-FD4F-9C54-BB0711C4FD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85FA95-47C2-F748-B165-1A48BEBD1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3D96891C-D321-B044-9F30-38C704049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DBC0B28-C92F-414B-8626-E23404DA0812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440B5FB-AF29-284D-AB05-E67527758600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BCC255E-1C49-7640-9ADF-8A5A069ED534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48B212F-BBAD-134A-846A-B1BF44CBCD91}"/>
                </a:ext>
              </a:extLst>
            </p:cNvPr>
            <p:cNvCxnSpPr>
              <a:cxnSpLocks/>
              <a:stCxn id="57" idx="0"/>
              <a:endCxn id="57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822B4D3-FB9A-0D41-AF77-FCAB13F2073A}"/>
                </a:ext>
              </a:extLst>
            </p:cNvPr>
            <p:cNvCxnSpPr>
              <a:cxnSpLocks/>
              <a:stCxn id="57" idx="3"/>
              <a:endCxn id="57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2989EC0D-B37C-DB42-84DF-8803CBCB8DE8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A8A165B-5DFB-D74B-A76E-8B3ADF2AF465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681B311-CF64-394F-8FBC-0B6C5DEEA6BD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87CF036-3DB8-3141-8CE7-788D6E14BCB2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57DA47E2-5FCB-F842-BB1D-7AC985AE4E5E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A889D09-9F19-9140-B87F-907524000FE8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41147F80-03FE-374C-A8DF-60F483251727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88" name="Title Placeholder 1">
            <a:extLst>
              <a:ext uri="{FF2B5EF4-FFF2-40B4-BE49-F238E27FC236}">
                <a16:creationId xmlns:a16="http://schemas.microsoft.com/office/drawing/2014/main" id="{7245AB5E-3ECD-4D40-895D-2D0B53C7339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5" name="Footer Placeholder 16">
            <a:extLst>
              <a:ext uri="{FF2B5EF4-FFF2-40B4-BE49-F238E27FC236}">
                <a16:creationId xmlns:a16="http://schemas.microsoft.com/office/drawing/2014/main" id="{68B4C0F0-DFBA-4CDE-ABCD-BB89244CEC6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00048" y="4765500"/>
            <a:ext cx="4032000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6" name="Slide Number Placeholder 17">
            <a:extLst>
              <a:ext uri="{FF2B5EF4-FFF2-40B4-BE49-F238E27FC236}">
                <a16:creationId xmlns:a16="http://schemas.microsoft.com/office/drawing/2014/main" id="{E9CF976F-6AE2-4743-BDA0-E038AFD9FFD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0" y="4765500"/>
            <a:ext cx="395288" cy="378000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7" name="Picture Placeholder 45">
            <a:extLst>
              <a:ext uri="{FF2B5EF4-FFF2-40B4-BE49-F238E27FC236}">
                <a16:creationId xmlns:a16="http://schemas.microsoft.com/office/drawing/2014/main" id="{5BDF86B6-8894-4C3B-920F-29D2FA0D0C0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987425"/>
            <a:ext cx="9144000" cy="3778075"/>
          </a:xfrm>
          <a:prstGeom prst="rect">
            <a:avLst/>
          </a:prstGeom>
          <a:noFill/>
        </p:spPr>
        <p:txBody>
          <a:bodyPr wrap="square" lIns="396000" tIns="72000" rIns="180000" bIns="180000">
            <a:noAutofit/>
          </a:bodyPr>
          <a:lstStyle>
            <a:lvl1pPr>
              <a:defRPr sz="1400"/>
            </a:lvl1pPr>
          </a:lstStyle>
          <a:p>
            <a:r>
              <a:rPr lang="en-US" dirty="0"/>
              <a:t>              </a:t>
            </a:r>
          </a:p>
        </p:txBody>
      </p:sp>
      <p:sp>
        <p:nvSpPr>
          <p:cNvPr id="48" name="Content Placeholder 21">
            <a:extLst>
              <a:ext uri="{FF2B5EF4-FFF2-40B4-BE49-F238E27FC236}">
                <a16:creationId xmlns:a16="http://schemas.microsoft.com/office/drawing/2014/main" id="{4A8737FB-17E2-4DF3-B1C1-A996EE6DC5D0}"/>
              </a:ext>
            </a:extLst>
          </p:cNvPr>
          <p:cNvSpPr>
            <a:spLocks noGrp="1"/>
          </p:cNvSpPr>
          <p:nvPr>
            <p:ph sz="quarter" idx="28"/>
          </p:nvPr>
        </p:nvSpPr>
        <p:spPr bwMode="gray">
          <a:xfrm>
            <a:off x="400048" y="2930400"/>
            <a:ext cx="4032000" cy="1476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660066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Content Placeholder 20">
            <a:extLst>
              <a:ext uri="{FF2B5EF4-FFF2-40B4-BE49-F238E27FC236}">
                <a16:creationId xmlns:a16="http://schemas.microsoft.com/office/drawing/2014/main" id="{C8782478-46E1-4F4A-B0CB-122E56A86538}"/>
              </a:ext>
            </a:extLst>
          </p:cNvPr>
          <p:cNvSpPr>
            <a:spLocks noGrp="1"/>
          </p:cNvSpPr>
          <p:nvPr>
            <p:ph sz="quarter" idx="29"/>
          </p:nvPr>
        </p:nvSpPr>
        <p:spPr bwMode="gray">
          <a:xfrm>
            <a:off x="4716713" y="2930400"/>
            <a:ext cx="4032000" cy="1476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BE0032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4" name="Content Placeholder 20">
            <a:extLst>
              <a:ext uri="{FF2B5EF4-FFF2-40B4-BE49-F238E27FC236}">
                <a16:creationId xmlns:a16="http://schemas.microsoft.com/office/drawing/2014/main" id="{ED211268-B880-40B6-95DA-3067CEDA3C88}"/>
              </a:ext>
            </a:extLst>
          </p:cNvPr>
          <p:cNvSpPr>
            <a:spLocks noGrp="1"/>
          </p:cNvSpPr>
          <p:nvPr>
            <p:ph sz="quarter" idx="32"/>
          </p:nvPr>
        </p:nvSpPr>
        <p:spPr bwMode="gray">
          <a:xfrm>
            <a:off x="400048" y="1238400"/>
            <a:ext cx="4032000" cy="1476000"/>
          </a:xfrm>
          <a:prstGeom prst="round2DiagRect">
            <a:avLst>
              <a:gd name="adj1" fmla="val 7937"/>
              <a:gd name="adj2" fmla="val 0"/>
            </a:avLst>
          </a:prstGeom>
          <a:solidFill>
            <a:schemeClr val="tx2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Content Placeholder 20">
            <a:extLst>
              <a:ext uri="{FF2B5EF4-FFF2-40B4-BE49-F238E27FC236}">
                <a16:creationId xmlns:a16="http://schemas.microsoft.com/office/drawing/2014/main" id="{27F9ED39-CDF3-44AE-A780-1CDCF4876CBB}"/>
              </a:ext>
            </a:extLst>
          </p:cNvPr>
          <p:cNvSpPr>
            <a:spLocks noGrp="1"/>
          </p:cNvSpPr>
          <p:nvPr>
            <p:ph sz="quarter" idx="37"/>
          </p:nvPr>
        </p:nvSpPr>
        <p:spPr bwMode="gray">
          <a:xfrm>
            <a:off x="4716713" y="1238400"/>
            <a:ext cx="4032000" cy="1476000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00ABA9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 algn="l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A8973AAE-B087-4705-A44E-C875B15147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9"/>
            <a:ext cx="8348664" cy="360000"/>
          </a:xfrm>
        </p:spPr>
        <p:txBody>
          <a:bodyPr anchor="ctr" anchorCtr="0"/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</p:spTree>
    <p:extLst>
      <p:ext uri="{BB962C8B-B14F-4D97-AF65-F5344CB8AC3E}">
        <p14:creationId xmlns:p14="http://schemas.microsoft.com/office/powerpoint/2010/main" val="1312038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locks 04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D4BADB60-5045-4F22-BDA0-E26350E143C0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24" name="Object 2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944831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7" imgH="357" progId="TCLayout.ActiveDocument.1">
                  <p:embed/>
                </p:oleObj>
              </mc:Choice>
              <mc:Fallback>
                <p:oleObj name="think-cell Slide" r:id="rId3" imgW="357" imgH="357" progId="TCLayout.ActiveDocument.1">
                  <p:embed/>
                  <p:pic>
                    <p:nvPicPr>
                      <p:cNvPr id="24" name="Object 2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F25F13CB-85E5-E44A-9DD6-9FE9F8A6221C}"/>
              </a:ext>
            </a:extLst>
          </p:cNvPr>
          <p:cNvGrpSpPr/>
          <p:nvPr userDrawn="1"/>
        </p:nvGrpSpPr>
        <p:grpSpPr bwMode="gray">
          <a:xfrm>
            <a:off x="9286875" y="339579"/>
            <a:ext cx="1581150" cy="3229876"/>
            <a:chOff x="9286875" y="182684"/>
            <a:chExt cx="1581150" cy="322987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E703F83-4D6B-9445-882B-767284B7D19E}"/>
                </a:ext>
              </a:extLst>
            </p:cNvPr>
            <p:cNvSpPr/>
            <p:nvPr/>
          </p:nvSpPr>
          <p:spPr bwMode="gray">
            <a:xfrm>
              <a:off x="9288779" y="182684"/>
              <a:ext cx="1579245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Crop picture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Select picture &gt; 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tab “Picture Tools &gt; Format”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5DBF9F6-0E18-2343-9278-FF4E5A4E9A5A}"/>
                </a:ext>
              </a:extLst>
            </p:cNvPr>
            <p:cNvSpPr/>
            <p:nvPr/>
          </p:nvSpPr>
          <p:spPr bwMode="gray">
            <a:xfrm>
              <a:off x="9288780" y="1261435"/>
              <a:ext cx="1579244" cy="166292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540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Click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on the icon </a:t>
              </a:r>
              <a:br>
                <a:rPr lang="en-US" sz="900" b="0" baseline="0" dirty="0">
                  <a:solidFill>
                    <a:schemeClr val="tx1"/>
                  </a:solidFill>
                </a:rPr>
              </a:br>
              <a:r>
                <a:rPr lang="en-US" sz="900" b="0" baseline="0" dirty="0">
                  <a:solidFill>
                    <a:schemeClr val="tx1"/>
                  </a:solidFill>
                </a:rPr>
                <a:t>above “Crop”</a:t>
              </a:r>
            </a:p>
            <a:p>
              <a:pPr algn="l"/>
              <a:endParaRPr lang="en-US" sz="900" b="0" baseline="0" dirty="0">
                <a:solidFill>
                  <a:schemeClr val="tx1"/>
                </a:solidFill>
              </a:endParaRPr>
            </a:p>
            <a:p>
              <a:pPr algn="l"/>
              <a:r>
                <a:rPr lang="en-US" sz="900" b="0" baseline="0" dirty="0">
                  <a:solidFill>
                    <a:schemeClr val="tx1"/>
                  </a:solidFill>
                </a:rPr>
                <a:t>You will see crop and scale markers on the corners</a:t>
              </a:r>
              <a:endParaRPr lang="en-US" sz="900" b="0" dirty="0">
                <a:solidFill>
                  <a:schemeClr val="tx1"/>
                </a:solidFill>
              </a:endParaRP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4153E2EF-565A-634A-9479-D624F228E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901238" y="2334293"/>
              <a:ext cx="352425" cy="352425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D0931442-531B-0144-811E-1B54BF634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286875" y="670885"/>
              <a:ext cx="1581150" cy="590550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C3968682-4B74-FD4F-9C54-BB0711C4FD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8920"/>
            <a:stretch/>
          </p:blipFill>
          <p:spPr bwMode="gray">
            <a:xfrm>
              <a:off x="10313189" y="1261435"/>
              <a:ext cx="511967" cy="876300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85FA95-47C2-F748-B165-1A48BEBD1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9334505" y="2334294"/>
              <a:ext cx="352425" cy="352425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3D96891C-D321-B044-9F30-38C704049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0467970" y="2334294"/>
              <a:ext cx="352425" cy="352425"/>
            </a:xfrm>
            <a:prstGeom prst="rect">
              <a:avLst/>
            </a:prstGeom>
          </p:spPr>
        </p:pic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DBC0B28-C92F-414B-8626-E23404DA0812}"/>
                </a:ext>
              </a:extLst>
            </p:cNvPr>
            <p:cNvSpPr/>
            <p:nvPr/>
          </p:nvSpPr>
          <p:spPr bwMode="gray">
            <a:xfrm>
              <a:off x="10313189" y="1320967"/>
              <a:ext cx="442912" cy="4429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440B5FB-AF29-284D-AB05-E67527758600}"/>
                </a:ext>
              </a:extLst>
            </p:cNvPr>
            <p:cNvSpPr/>
            <p:nvPr/>
          </p:nvSpPr>
          <p:spPr bwMode="gray">
            <a:xfrm>
              <a:off x="9288780" y="2924359"/>
              <a:ext cx="1579244" cy="48820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Use the “circular scale icon” to scale your picture within the cropped region.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BCC255E-1C49-7640-9ADF-8A5A069ED534}"/>
                </a:ext>
              </a:extLst>
            </p:cNvPr>
            <p:cNvCxnSpPr/>
            <p:nvPr/>
          </p:nvCxnSpPr>
          <p:spPr bwMode="gray">
            <a:xfrm flipV="1">
              <a:off x="951071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48B212F-BBAD-134A-846A-B1BF44CBCD91}"/>
                </a:ext>
              </a:extLst>
            </p:cNvPr>
            <p:cNvCxnSpPr>
              <a:cxnSpLocks/>
              <a:stCxn id="57" idx="0"/>
              <a:endCxn id="57" idx="2"/>
            </p:cNvCxnSpPr>
            <p:nvPr/>
          </p:nvCxnSpPr>
          <p:spPr bwMode="gray">
            <a:xfrm rot="2700000">
              <a:off x="10077452" y="2238205"/>
              <a:ext cx="0" cy="54460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822B4D3-FB9A-0D41-AF77-FCAB13F2073A}"/>
                </a:ext>
              </a:extLst>
            </p:cNvPr>
            <p:cNvCxnSpPr>
              <a:cxnSpLocks/>
              <a:stCxn id="57" idx="3"/>
              <a:endCxn id="57" idx="1"/>
            </p:cNvCxnSpPr>
            <p:nvPr/>
          </p:nvCxnSpPr>
          <p:spPr bwMode="gray">
            <a:xfrm rot="2700000" flipH="1">
              <a:off x="9805146" y="2510507"/>
              <a:ext cx="54460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2989EC0D-B37C-DB42-84DF-8803CBCB8DE8}"/>
                </a:ext>
              </a:extLst>
            </p:cNvPr>
            <p:cNvCxnSpPr/>
            <p:nvPr/>
          </p:nvCxnSpPr>
          <p:spPr bwMode="gray">
            <a:xfrm flipV="1">
              <a:off x="10691808" y="2725307"/>
              <a:ext cx="0" cy="1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A8A165B-5DFB-D74B-A76E-8B3ADF2AF465}"/>
                </a:ext>
              </a:extLst>
            </p:cNvPr>
            <p:cNvSpPr/>
            <p:nvPr/>
          </p:nvSpPr>
          <p:spPr bwMode="gray">
            <a:xfrm>
              <a:off x="10587033" y="2453357"/>
              <a:ext cx="233362" cy="233362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681B311-CF64-394F-8FBC-0B6C5DEEA6BD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87CF036-3DB8-3141-8CE7-788D6E14BCB2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57DA47E2-5FCB-F842-BB1D-7AC985AE4E5E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A889D09-9F19-9140-B87F-907524000FE8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41147F80-03FE-374C-A8DF-60F483251727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88" name="Title Placeholder 1">
            <a:extLst>
              <a:ext uri="{FF2B5EF4-FFF2-40B4-BE49-F238E27FC236}">
                <a16:creationId xmlns:a16="http://schemas.microsoft.com/office/drawing/2014/main" id="{7245AB5E-3ECD-4D40-895D-2D0B53C7339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91" name="Content Placeholder 20">
            <a:extLst>
              <a:ext uri="{FF2B5EF4-FFF2-40B4-BE49-F238E27FC236}">
                <a16:creationId xmlns:a16="http://schemas.microsoft.com/office/drawing/2014/main" id="{7124D568-EF99-6546-858B-A084B025A2C9}"/>
              </a:ext>
            </a:extLst>
          </p:cNvPr>
          <p:cNvSpPr>
            <a:spLocks noGrp="1"/>
          </p:cNvSpPr>
          <p:nvPr>
            <p:ph sz="quarter" idx="44"/>
          </p:nvPr>
        </p:nvSpPr>
        <p:spPr bwMode="gray">
          <a:xfrm>
            <a:off x="400048" y="1239838"/>
            <a:ext cx="4031999" cy="1476512"/>
          </a:xfrm>
          <a:prstGeom prst="round2DiagRect">
            <a:avLst>
              <a:gd name="adj1" fmla="val 7937"/>
              <a:gd name="adj2" fmla="val 0"/>
            </a:avLst>
          </a:prstGeom>
          <a:solidFill>
            <a:schemeClr val="tx2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2" name="Content Placeholder 20">
            <a:extLst>
              <a:ext uri="{FF2B5EF4-FFF2-40B4-BE49-F238E27FC236}">
                <a16:creationId xmlns:a16="http://schemas.microsoft.com/office/drawing/2014/main" id="{562119BE-729B-C549-ABDF-D62B851507BE}"/>
              </a:ext>
            </a:extLst>
          </p:cNvPr>
          <p:cNvSpPr>
            <a:spLocks noGrp="1"/>
          </p:cNvSpPr>
          <p:nvPr>
            <p:ph sz="quarter" idx="45"/>
          </p:nvPr>
        </p:nvSpPr>
        <p:spPr bwMode="gray">
          <a:xfrm>
            <a:off x="4716714" y="1239838"/>
            <a:ext cx="4031999" cy="1476512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00ABA9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3" name="Content Placeholder 20">
            <a:extLst>
              <a:ext uri="{FF2B5EF4-FFF2-40B4-BE49-F238E27FC236}">
                <a16:creationId xmlns:a16="http://schemas.microsoft.com/office/drawing/2014/main" id="{369967A8-82A0-BE41-B2FC-E74E58F868ED}"/>
              </a:ext>
            </a:extLst>
          </p:cNvPr>
          <p:cNvSpPr>
            <a:spLocks noGrp="1"/>
          </p:cNvSpPr>
          <p:nvPr>
            <p:ph sz="quarter" idx="46"/>
          </p:nvPr>
        </p:nvSpPr>
        <p:spPr bwMode="gray">
          <a:xfrm>
            <a:off x="400048" y="2929015"/>
            <a:ext cx="4031999" cy="1476512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660066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4" name="Content Placeholder 20">
            <a:extLst>
              <a:ext uri="{FF2B5EF4-FFF2-40B4-BE49-F238E27FC236}">
                <a16:creationId xmlns:a16="http://schemas.microsoft.com/office/drawing/2014/main" id="{B1F5579B-21A9-844A-A84F-717FC9A1CF7F}"/>
              </a:ext>
            </a:extLst>
          </p:cNvPr>
          <p:cNvSpPr>
            <a:spLocks noGrp="1"/>
          </p:cNvSpPr>
          <p:nvPr>
            <p:ph sz="quarter" idx="47"/>
          </p:nvPr>
        </p:nvSpPr>
        <p:spPr bwMode="gray">
          <a:xfrm>
            <a:off x="4716714" y="2929015"/>
            <a:ext cx="4031999" cy="1476512"/>
          </a:xfrm>
          <a:prstGeom prst="round2DiagRect">
            <a:avLst>
              <a:gd name="adj1" fmla="val 7937"/>
              <a:gd name="adj2" fmla="val 0"/>
            </a:avLst>
          </a:prstGeom>
          <a:solidFill>
            <a:srgbClr val="BE0032"/>
          </a:solidFill>
        </p:spPr>
        <p:txBody>
          <a:bodyPr wrap="square" lIns="144000" rIns="144000" anchor="ctr" anchorCtr="0">
            <a:noAutofit/>
          </a:bodyPr>
          <a:lstStyle>
            <a:lvl1pPr algn="l">
              <a:lnSpc>
                <a:spcPct val="105000"/>
              </a:lnSpc>
              <a:defRPr sz="900">
                <a:solidFill>
                  <a:schemeClr val="bg1"/>
                </a:solidFill>
              </a:defRPr>
            </a:lvl1pPr>
            <a:lvl2pPr marL="18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2pPr>
            <a:lvl3pPr marL="36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53975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4pPr>
            <a:lvl5pPr marL="720000" indent="-180000">
              <a:lnSpc>
                <a:spcPct val="105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5EB986AE-8DDA-F647-98F2-ACD5D36534F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0048" y="700087"/>
            <a:ext cx="8348665" cy="250826"/>
          </a:xfrm>
        </p:spPr>
        <p:txBody>
          <a:bodyPr anchor="b" anchorCtr="0"/>
          <a:lstStyle>
            <a:lvl1pPr>
              <a:defRPr sz="1600">
                <a:solidFill>
                  <a:srgbClr val="575756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B130B5A-7F05-8541-8296-DF46F72A245D}"/>
              </a:ext>
            </a:extLst>
          </p:cNvPr>
          <p:cNvGrpSpPr/>
          <p:nvPr userDrawn="1"/>
        </p:nvGrpSpPr>
        <p:grpSpPr>
          <a:xfrm>
            <a:off x="-1720161" y="698918"/>
            <a:ext cx="1440000" cy="259933"/>
            <a:chOff x="-1720161" y="698918"/>
            <a:chExt cx="1440000" cy="259933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0148FDE-90B7-2146-AB56-35CCCF46E8A5}"/>
                </a:ext>
              </a:extLst>
            </p:cNvPr>
            <p:cNvSpPr/>
            <p:nvPr userDrawn="1"/>
          </p:nvSpPr>
          <p:spPr bwMode="gray">
            <a:xfrm>
              <a:off x="-1720161" y="698918"/>
              <a:ext cx="1440000" cy="25199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Subtitle area max 1 line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DFC3D91-BE75-1443-9634-9E32E8639FAE}"/>
                </a:ext>
              </a:extLst>
            </p:cNvPr>
            <p:cNvCxnSpPr/>
            <p:nvPr userDrawn="1"/>
          </p:nvCxnSpPr>
          <p:spPr bwMode="gray">
            <a:xfrm>
              <a:off x="-1720161" y="958851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DB1E6BD-05CA-1348-871E-2D400F32D0A0}"/>
                </a:ext>
              </a:extLst>
            </p:cNvPr>
            <p:cNvCxnSpPr/>
            <p:nvPr userDrawn="1"/>
          </p:nvCxnSpPr>
          <p:spPr bwMode="gray">
            <a:xfrm>
              <a:off x="-1720161" y="700088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C2FEC1-CEE2-BC49-B906-3D30F748E55E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>
          <a:xfrm>
            <a:off x="400048" y="4767263"/>
            <a:ext cx="4032000" cy="376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EC0594-943C-7C41-9538-C0981C6638B9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>
          <a:xfrm>
            <a:off x="0" y="4767262"/>
            <a:ext cx="395287" cy="376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492B2E87-7CCF-5643-B7C5-690E972415E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8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</p:spTree>
    <p:extLst>
      <p:ext uri="{BB962C8B-B14F-4D97-AF65-F5344CB8AC3E}">
        <p14:creationId xmlns:p14="http://schemas.microsoft.com/office/powerpoint/2010/main" val="1926101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1" userDrawn="1">
          <p15:clr>
            <a:srgbClr val="FBAE40"/>
          </p15:clr>
        </p15:guide>
        <p15:guide id="2" orient="horz" pos="599" userDrawn="1">
          <p15:clr>
            <a:srgbClr val="FBAE40"/>
          </p15:clr>
        </p15:guide>
        <p15:guide id="3" orient="horz" pos="781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9872C87-25A9-471C-B0EE-E648FDA38348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18" name="INFOboxL">
              <a:extLst>
                <a:ext uri="{FF2B5EF4-FFF2-40B4-BE49-F238E27FC236}">
                  <a16:creationId xmlns:a16="http://schemas.microsoft.com/office/drawing/2014/main" id="{12E72E74-8AB1-4D51-94FC-4DEC44DBB332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19" name="INFOboxR">
              <a:extLst>
                <a:ext uri="{FF2B5EF4-FFF2-40B4-BE49-F238E27FC236}">
                  <a16:creationId xmlns:a16="http://schemas.microsoft.com/office/drawing/2014/main" id="{7FA0BB1E-A4BC-4F82-945D-1E95CB955785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F2CDFBE-66B6-324F-819B-4028E0F601F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5E4A6E-8230-5F40-B704-4F24D1770BAD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4638772-2115-3646-AE0C-BC7CD8F2DA0A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8394DC5-973E-084D-990D-014F54B722D0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C07EDF-1132-3649-991A-9189EAEC74CC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902DCD-E838-6A40-8407-899D388A8EB5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C06CC6-1D6E-E346-96E1-193002E29D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0048" y="4767261"/>
            <a:ext cx="4032000" cy="376239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064713-EB8A-234B-A812-D069A1C82D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767261"/>
            <a:ext cx="395287" cy="37623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0B0BC27-3F17-6F4C-95D3-D882A5B599E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</p:spTree>
    <p:extLst>
      <p:ext uri="{BB962C8B-B14F-4D97-AF65-F5344CB8AC3E}">
        <p14:creationId xmlns:p14="http://schemas.microsoft.com/office/powerpoint/2010/main" val="1626098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22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56B5E46-8DE4-4077-A0FE-FD1667EFEDBA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19" name="INFOboxL">
              <a:extLst>
                <a:ext uri="{FF2B5EF4-FFF2-40B4-BE49-F238E27FC236}">
                  <a16:creationId xmlns:a16="http://schemas.microsoft.com/office/drawing/2014/main" id="{DAB99C91-CBB6-4B7D-BC5B-307BFB920DCF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20" name="INFOboxR">
              <a:extLst>
                <a:ext uri="{FF2B5EF4-FFF2-40B4-BE49-F238E27FC236}">
                  <a16:creationId xmlns:a16="http://schemas.microsoft.com/office/drawing/2014/main" id="{E0A6FB8E-B718-4E1B-BB57-0AF06849BBC2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F2CDFBE-66B6-324F-819B-4028E0F601F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5E4A6E-8230-5F40-B704-4F24D1770BAD}"/>
              </a:ext>
            </a:extLst>
          </p:cNvPr>
          <p:cNvGrpSpPr/>
          <p:nvPr userDrawn="1"/>
        </p:nvGrpSpPr>
        <p:grpSpPr>
          <a:xfrm>
            <a:off x="-1720161" y="372917"/>
            <a:ext cx="1440000" cy="255722"/>
            <a:chOff x="-1499808" y="287422"/>
            <a:chExt cx="1440000" cy="2557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4638772-2115-3646-AE0C-BC7CD8F2DA0A}"/>
                </a:ext>
              </a:extLst>
            </p:cNvPr>
            <p:cNvGrpSpPr/>
            <p:nvPr/>
          </p:nvGrpSpPr>
          <p:grpSpPr bwMode="gray">
            <a:xfrm>
              <a:off x="-1499808" y="287422"/>
              <a:ext cx="1440000" cy="255722"/>
              <a:chOff x="-720001" y="287422"/>
              <a:chExt cx="1080000" cy="255722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8394DC5-973E-084D-990D-014F54B722D0}"/>
                  </a:ext>
                </a:extLst>
              </p:cNvPr>
              <p:cNvCxnSpPr/>
              <p:nvPr/>
            </p:nvCxnSpPr>
            <p:spPr bwMode="gray">
              <a:xfrm>
                <a:off x="-720001" y="287422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C07EDF-1132-3649-991A-9189EAEC74CC}"/>
                  </a:ext>
                </a:extLst>
              </p:cNvPr>
              <p:cNvCxnSpPr/>
              <p:nvPr userDrawn="1"/>
            </p:nvCxnSpPr>
            <p:spPr bwMode="gray">
              <a:xfrm>
                <a:off x="-720001" y="543144"/>
                <a:ext cx="1080000" cy="0"/>
              </a:xfrm>
              <a:prstGeom prst="line">
                <a:avLst/>
              </a:prstGeom>
              <a:ln w="6350">
                <a:solidFill>
                  <a:srgbClr val="E4312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902DCD-E838-6A40-8407-899D388A8EB5}"/>
                </a:ext>
              </a:extLst>
            </p:cNvPr>
            <p:cNvSpPr/>
            <p:nvPr/>
          </p:nvSpPr>
          <p:spPr bwMode="gray">
            <a:xfrm>
              <a:off x="-1499808" y="290743"/>
              <a:ext cx="1440000" cy="25082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Title area max 1 line</a:t>
              </a:r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E086E0B-A40B-D94C-9123-B234669B104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0048" y="700087"/>
            <a:ext cx="8348665" cy="250826"/>
          </a:xfrm>
        </p:spPr>
        <p:txBody>
          <a:bodyPr anchor="b" anchorCtr="0"/>
          <a:lstStyle>
            <a:lvl1pPr>
              <a:defRPr sz="1600">
                <a:solidFill>
                  <a:srgbClr val="575756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2BDF769-F5D2-4B47-A82C-2471912EFD23}"/>
              </a:ext>
            </a:extLst>
          </p:cNvPr>
          <p:cNvGrpSpPr/>
          <p:nvPr userDrawn="1"/>
        </p:nvGrpSpPr>
        <p:grpSpPr>
          <a:xfrm>
            <a:off x="-1720161" y="698918"/>
            <a:ext cx="1440000" cy="259933"/>
            <a:chOff x="-1720161" y="698918"/>
            <a:chExt cx="1440000" cy="25993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C00551B-BB2F-E945-B4E1-0CDD4B563FDD}"/>
                </a:ext>
              </a:extLst>
            </p:cNvPr>
            <p:cNvSpPr/>
            <p:nvPr userDrawn="1"/>
          </p:nvSpPr>
          <p:spPr bwMode="gray">
            <a:xfrm>
              <a:off x="-1720161" y="698918"/>
              <a:ext cx="1440000" cy="251995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>
              <a:noAutofit/>
            </a:bodyPr>
            <a:lstStyle/>
            <a:p>
              <a:pPr algn="ctr"/>
              <a:r>
                <a:rPr lang="en-US" sz="1000" b="0" dirty="0">
                  <a:solidFill>
                    <a:schemeClr val="tx1"/>
                  </a:solidFill>
                </a:rPr>
                <a:t>Subtitle area max 1 line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C230C5-74D4-914F-9C04-9511F31A1CB3}"/>
                </a:ext>
              </a:extLst>
            </p:cNvPr>
            <p:cNvCxnSpPr/>
            <p:nvPr userDrawn="1"/>
          </p:nvCxnSpPr>
          <p:spPr bwMode="gray">
            <a:xfrm>
              <a:off x="-1720161" y="958851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102608E-D11E-CA42-BD84-52F2745496EA}"/>
                </a:ext>
              </a:extLst>
            </p:cNvPr>
            <p:cNvCxnSpPr/>
            <p:nvPr userDrawn="1"/>
          </p:nvCxnSpPr>
          <p:spPr bwMode="gray">
            <a:xfrm>
              <a:off x="-1720161" y="700088"/>
              <a:ext cx="1440000" cy="0"/>
            </a:xfrm>
            <a:prstGeom prst="line">
              <a:avLst/>
            </a:prstGeom>
            <a:ln w="6350">
              <a:solidFill>
                <a:srgbClr val="E431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44DF9A-AF32-F445-89E8-3C98396B57B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00048" y="4767261"/>
            <a:ext cx="4032000" cy="376239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6B9D75-CE8A-4145-8AC6-079DC4192F8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0" y="4767261"/>
            <a:ext cx="395287" cy="37623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95C0A33-A68D-2746-BBCB-3BB30837170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</p:spTree>
    <p:extLst>
      <p:ext uri="{BB962C8B-B14F-4D97-AF65-F5344CB8AC3E}">
        <p14:creationId xmlns:p14="http://schemas.microsoft.com/office/powerpoint/2010/main" val="3483417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1" userDrawn="1">
          <p15:clr>
            <a:srgbClr val="FBAE40"/>
          </p15:clr>
        </p15:guide>
        <p15:guide id="2" orient="horz" pos="599" userDrawn="1">
          <p15:clr>
            <a:srgbClr val="FBAE40"/>
          </p15:clr>
        </p15:guide>
        <p15:guide id="3" orient="horz" pos="804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60C2AED-508E-461F-BF63-3BB079A2A08F}"/>
              </a:ext>
            </a:extLst>
          </p:cNvPr>
          <p:cNvGrpSpPr/>
          <p:nvPr userDrawn="1"/>
        </p:nvGrpSpPr>
        <p:grpSpPr>
          <a:xfrm>
            <a:off x="-1765940" y="0"/>
            <a:ext cx="12840152" cy="5143500"/>
            <a:chOff x="-1765940" y="0"/>
            <a:chExt cx="12840152" cy="5143500"/>
          </a:xfrm>
        </p:grpSpPr>
        <p:sp>
          <p:nvSpPr>
            <p:cNvPr id="6" name="INFOboxL">
              <a:extLst>
                <a:ext uri="{FF2B5EF4-FFF2-40B4-BE49-F238E27FC236}">
                  <a16:creationId xmlns:a16="http://schemas.microsoft.com/office/drawing/2014/main" id="{7FD627FD-3CD8-4262-9408-78120F72CC03}"/>
                </a:ext>
              </a:extLst>
            </p:cNvPr>
            <p:cNvSpPr/>
            <p:nvPr userDrawn="1"/>
          </p:nvSpPr>
          <p:spPr bwMode="gray">
            <a:xfrm>
              <a:off x="-1765940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sp>
          <p:nvSpPr>
            <p:cNvPr id="7" name="INFOboxR">
              <a:extLst>
                <a:ext uri="{FF2B5EF4-FFF2-40B4-BE49-F238E27FC236}">
                  <a16:creationId xmlns:a16="http://schemas.microsoft.com/office/drawing/2014/main" id="{7D223D3A-C082-4DD0-90AB-F718EE54478E}"/>
                </a:ext>
              </a:extLst>
            </p:cNvPr>
            <p:cNvSpPr/>
            <p:nvPr userDrawn="1"/>
          </p:nvSpPr>
          <p:spPr bwMode="gray">
            <a:xfrm>
              <a:off x="9542655" y="0"/>
              <a:ext cx="1531557" cy="51435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60A1EF-E35E-424C-AC94-8F63787069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0048" y="4767261"/>
            <a:ext cx="4032000" cy="376239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0DEA27-49EC-9249-B31B-31A54271F8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767261"/>
            <a:ext cx="395287" cy="37623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7B4BEC-6D7A-0848-87FD-CB70E77939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0049" y="4408488"/>
            <a:ext cx="8348664" cy="358773"/>
          </a:xfrm>
        </p:spPr>
        <p:txBody>
          <a:bodyPr anchor="ctr" anchorCtr="0"/>
          <a:lstStyle>
            <a:lvl1pPr>
              <a:lnSpc>
                <a:spcPct val="100000"/>
              </a:lnSpc>
              <a:defRPr sz="800" u="none"/>
            </a:lvl1pPr>
          </a:lstStyle>
          <a:p>
            <a:pPr lvl="0"/>
            <a:r>
              <a:rPr lang="en-US" dirty="0"/>
              <a:t>Click to add footnotes</a:t>
            </a:r>
          </a:p>
        </p:txBody>
      </p:sp>
    </p:spTree>
    <p:extLst>
      <p:ext uri="{BB962C8B-B14F-4D97-AF65-F5344CB8AC3E}">
        <p14:creationId xmlns:p14="http://schemas.microsoft.com/office/powerpoint/2010/main" val="6242445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FB40BBD-1C8C-4FD8-97A4-954CE178D8FB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sp>
        <p:nvSpPr>
          <p:cNvPr id="5" name="Title 40">
            <a:extLst>
              <a:ext uri="{FF2B5EF4-FFF2-40B4-BE49-F238E27FC236}">
                <a16:creationId xmlns:a16="http://schemas.microsoft.com/office/drawing/2014/main" id="{C198FAB6-09CA-45B4-8D24-858E1812169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66736" y="1408800"/>
            <a:ext cx="5760000" cy="1246495"/>
          </a:xfrm>
          <a:prstGeom prst="rect">
            <a:avLst/>
          </a:prstGeom>
          <a:noFill/>
        </p:spPr>
        <p:txBody>
          <a:bodyPr wrap="square" lIns="0" tIns="0" rIns="0" bIns="0" anchor="b" anchorCtr="0">
            <a:noAutofit/>
          </a:bodyPr>
          <a:lstStyle>
            <a:lvl1pPr>
              <a:lnSpc>
                <a:spcPct val="90000"/>
              </a:lnSpc>
              <a:defRPr sz="4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Graphic 24">
            <a:extLst>
              <a:ext uri="{FF2B5EF4-FFF2-40B4-BE49-F238E27FC236}">
                <a16:creationId xmlns:a16="http://schemas.microsoft.com/office/drawing/2014/main" id="{9C7DC26F-0ED4-BC4F-B976-BB1E5DCA1147}"/>
              </a:ext>
            </a:extLst>
          </p:cNvPr>
          <p:cNvSpPr/>
          <p:nvPr userDrawn="1"/>
        </p:nvSpPr>
        <p:spPr>
          <a:xfrm>
            <a:off x="7238903" y="4496535"/>
            <a:ext cx="1509810" cy="345979"/>
          </a:xfrm>
          <a:custGeom>
            <a:avLst/>
            <a:gdLst>
              <a:gd name="connsiteX0" fmla="*/ 124936 w 920306"/>
              <a:gd name="connsiteY0" fmla="*/ 25427 h 210892"/>
              <a:gd name="connsiteX1" fmla="*/ 102220 w 920306"/>
              <a:gd name="connsiteY1" fmla="*/ 25427 h 210892"/>
              <a:gd name="connsiteX2" fmla="*/ 102220 w 920306"/>
              <a:gd name="connsiteY2" fmla="*/ 2366 h 210892"/>
              <a:gd name="connsiteX3" fmla="*/ 149598 w 920306"/>
              <a:gd name="connsiteY3" fmla="*/ 2366 h 210892"/>
              <a:gd name="connsiteX4" fmla="*/ 149598 w 920306"/>
              <a:gd name="connsiteY4" fmla="*/ 144307 h 210892"/>
              <a:gd name="connsiteX5" fmla="*/ 103843 w 920306"/>
              <a:gd name="connsiteY5" fmla="*/ 163470 h 210892"/>
              <a:gd name="connsiteX6" fmla="*/ 47378 w 920306"/>
              <a:gd name="connsiteY6" fmla="*/ 107279 h 210892"/>
              <a:gd name="connsiteX7" fmla="*/ 47378 w 920306"/>
              <a:gd name="connsiteY7" fmla="*/ 74148 h 210892"/>
              <a:gd name="connsiteX8" fmla="*/ 120717 w 920306"/>
              <a:gd name="connsiteY8" fmla="*/ 147555 h 210892"/>
              <a:gd name="connsiteX9" fmla="*/ 124936 w 920306"/>
              <a:gd name="connsiteY9" fmla="*/ 145931 h 210892"/>
              <a:gd name="connsiteX10" fmla="*/ 124936 w 920306"/>
              <a:gd name="connsiteY10" fmla="*/ 25427 h 210892"/>
              <a:gd name="connsiteX11" fmla="*/ 24663 w 920306"/>
              <a:gd name="connsiteY11" fmla="*/ 25752 h 210892"/>
              <a:gd name="connsiteX12" fmla="*/ 28881 w 920306"/>
              <a:gd name="connsiteY12" fmla="*/ 24128 h 210892"/>
              <a:gd name="connsiteX13" fmla="*/ 102220 w 920306"/>
              <a:gd name="connsiteY13" fmla="*/ 97534 h 210892"/>
              <a:gd name="connsiteX14" fmla="*/ 102220 w 920306"/>
              <a:gd name="connsiteY14" fmla="*/ 64404 h 210892"/>
              <a:gd name="connsiteX15" fmla="*/ 45756 w 920306"/>
              <a:gd name="connsiteY15" fmla="*/ 7888 h 210892"/>
              <a:gd name="connsiteX16" fmla="*/ 0 w 920306"/>
              <a:gd name="connsiteY16" fmla="*/ 27051 h 210892"/>
              <a:gd name="connsiteX17" fmla="*/ 0 w 920306"/>
              <a:gd name="connsiteY17" fmla="*/ 168992 h 210892"/>
              <a:gd name="connsiteX18" fmla="*/ 47378 w 920306"/>
              <a:gd name="connsiteY18" fmla="*/ 168992 h 210892"/>
              <a:gd name="connsiteX19" fmla="*/ 47378 w 920306"/>
              <a:gd name="connsiteY19" fmla="*/ 145931 h 210892"/>
              <a:gd name="connsiteX20" fmla="*/ 24663 w 920306"/>
              <a:gd name="connsiteY20" fmla="*/ 145931 h 210892"/>
              <a:gd name="connsiteX21" fmla="*/ 24663 w 920306"/>
              <a:gd name="connsiteY21" fmla="*/ 25752 h 210892"/>
              <a:gd name="connsiteX22" fmla="*/ 299197 w 920306"/>
              <a:gd name="connsiteY22" fmla="*/ 107603 h 210892"/>
              <a:gd name="connsiteX23" fmla="*/ 235269 w 920306"/>
              <a:gd name="connsiteY23" fmla="*/ 171590 h 210892"/>
              <a:gd name="connsiteX24" fmla="*/ 171665 w 920306"/>
              <a:gd name="connsiteY24" fmla="*/ 107603 h 210892"/>
              <a:gd name="connsiteX25" fmla="*/ 235593 w 920306"/>
              <a:gd name="connsiteY25" fmla="*/ 43617 h 210892"/>
              <a:gd name="connsiteX26" fmla="*/ 299197 w 920306"/>
              <a:gd name="connsiteY26" fmla="*/ 107603 h 210892"/>
              <a:gd name="connsiteX27" fmla="*/ 235593 w 920306"/>
              <a:gd name="connsiteY27" fmla="*/ 67003 h 210892"/>
              <a:gd name="connsiteX28" fmla="*/ 194705 w 920306"/>
              <a:gd name="connsiteY28" fmla="*/ 107928 h 210892"/>
              <a:gd name="connsiteX29" fmla="*/ 235593 w 920306"/>
              <a:gd name="connsiteY29" fmla="*/ 148854 h 210892"/>
              <a:gd name="connsiteX30" fmla="*/ 276481 w 920306"/>
              <a:gd name="connsiteY30" fmla="*/ 107928 h 210892"/>
              <a:gd name="connsiteX31" fmla="*/ 235593 w 920306"/>
              <a:gd name="connsiteY31" fmla="*/ 67003 h 210892"/>
              <a:gd name="connsiteX32" fmla="*/ 787582 w 920306"/>
              <a:gd name="connsiteY32" fmla="*/ 107603 h 210892"/>
              <a:gd name="connsiteX33" fmla="*/ 723654 w 920306"/>
              <a:gd name="connsiteY33" fmla="*/ 171590 h 210892"/>
              <a:gd name="connsiteX34" fmla="*/ 659726 w 920306"/>
              <a:gd name="connsiteY34" fmla="*/ 107603 h 210892"/>
              <a:gd name="connsiteX35" fmla="*/ 723654 w 920306"/>
              <a:gd name="connsiteY35" fmla="*/ 43617 h 210892"/>
              <a:gd name="connsiteX36" fmla="*/ 787582 w 920306"/>
              <a:gd name="connsiteY36" fmla="*/ 107603 h 210892"/>
              <a:gd name="connsiteX37" fmla="*/ 723979 w 920306"/>
              <a:gd name="connsiteY37" fmla="*/ 67003 h 210892"/>
              <a:gd name="connsiteX38" fmla="*/ 683090 w 920306"/>
              <a:gd name="connsiteY38" fmla="*/ 107928 h 210892"/>
              <a:gd name="connsiteX39" fmla="*/ 723979 w 920306"/>
              <a:gd name="connsiteY39" fmla="*/ 148854 h 210892"/>
              <a:gd name="connsiteX40" fmla="*/ 764867 w 920306"/>
              <a:gd name="connsiteY40" fmla="*/ 107928 h 210892"/>
              <a:gd name="connsiteX41" fmla="*/ 723979 w 920306"/>
              <a:gd name="connsiteY41" fmla="*/ 67003 h 210892"/>
              <a:gd name="connsiteX42" fmla="*/ 480922 w 920306"/>
              <a:gd name="connsiteY42" fmla="*/ 97859 h 210892"/>
              <a:gd name="connsiteX43" fmla="*/ 511750 w 920306"/>
              <a:gd name="connsiteY43" fmla="*/ 68627 h 210892"/>
              <a:gd name="connsiteX44" fmla="*/ 522459 w 920306"/>
              <a:gd name="connsiteY44" fmla="*/ 68627 h 210892"/>
              <a:gd name="connsiteX45" fmla="*/ 522459 w 920306"/>
              <a:gd name="connsiteY45" fmla="*/ 45890 h 210892"/>
              <a:gd name="connsiteX46" fmla="*/ 511425 w 920306"/>
              <a:gd name="connsiteY46" fmla="*/ 45890 h 210892"/>
              <a:gd name="connsiteX47" fmla="*/ 456259 w 920306"/>
              <a:gd name="connsiteY47" fmla="*/ 98509 h 210892"/>
              <a:gd name="connsiteX48" fmla="*/ 456259 w 920306"/>
              <a:gd name="connsiteY48" fmla="*/ 168667 h 210892"/>
              <a:gd name="connsiteX49" fmla="*/ 468590 w 920306"/>
              <a:gd name="connsiteY49" fmla="*/ 170291 h 210892"/>
              <a:gd name="connsiteX50" fmla="*/ 480922 w 920306"/>
              <a:gd name="connsiteY50" fmla="*/ 168667 h 210892"/>
              <a:gd name="connsiteX51" fmla="*/ 480922 w 920306"/>
              <a:gd name="connsiteY51" fmla="*/ 97859 h 210892"/>
              <a:gd name="connsiteX52" fmla="*/ 346251 w 920306"/>
              <a:gd name="connsiteY52" fmla="*/ 46215 h 210892"/>
              <a:gd name="connsiteX53" fmla="*/ 321588 w 920306"/>
              <a:gd name="connsiteY53" fmla="*/ 46215 h 210892"/>
              <a:gd name="connsiteX54" fmla="*/ 321588 w 920306"/>
              <a:gd name="connsiteY54" fmla="*/ 121245 h 210892"/>
              <a:gd name="connsiteX55" fmla="*/ 376430 w 920306"/>
              <a:gd name="connsiteY55" fmla="*/ 171590 h 210892"/>
              <a:gd name="connsiteX56" fmla="*/ 431272 w 920306"/>
              <a:gd name="connsiteY56" fmla="*/ 121245 h 210892"/>
              <a:gd name="connsiteX57" fmla="*/ 431272 w 920306"/>
              <a:gd name="connsiteY57" fmla="*/ 46215 h 210892"/>
              <a:gd name="connsiteX58" fmla="*/ 406609 w 920306"/>
              <a:gd name="connsiteY58" fmla="*/ 46215 h 210892"/>
              <a:gd name="connsiteX59" fmla="*/ 406609 w 920306"/>
              <a:gd name="connsiteY59" fmla="*/ 123844 h 210892"/>
              <a:gd name="connsiteX60" fmla="*/ 376105 w 920306"/>
              <a:gd name="connsiteY60" fmla="*/ 148529 h 210892"/>
              <a:gd name="connsiteX61" fmla="*/ 345602 w 920306"/>
              <a:gd name="connsiteY61" fmla="*/ 123844 h 210892"/>
              <a:gd name="connsiteX62" fmla="*/ 346251 w 920306"/>
              <a:gd name="connsiteY62" fmla="*/ 46215 h 210892"/>
              <a:gd name="connsiteX63" fmla="*/ 919657 w 920306"/>
              <a:gd name="connsiteY63" fmla="*/ 94286 h 210892"/>
              <a:gd name="connsiteX64" fmla="*/ 864815 w 920306"/>
              <a:gd name="connsiteY64" fmla="*/ 43941 h 210892"/>
              <a:gd name="connsiteX65" fmla="*/ 809973 w 920306"/>
              <a:gd name="connsiteY65" fmla="*/ 94286 h 210892"/>
              <a:gd name="connsiteX66" fmla="*/ 809973 w 920306"/>
              <a:gd name="connsiteY66" fmla="*/ 169317 h 210892"/>
              <a:gd name="connsiteX67" fmla="*/ 822305 w 920306"/>
              <a:gd name="connsiteY67" fmla="*/ 170941 h 210892"/>
              <a:gd name="connsiteX68" fmla="*/ 834636 w 920306"/>
              <a:gd name="connsiteY68" fmla="*/ 169317 h 210892"/>
              <a:gd name="connsiteX69" fmla="*/ 834636 w 920306"/>
              <a:gd name="connsiteY69" fmla="*/ 91688 h 210892"/>
              <a:gd name="connsiteX70" fmla="*/ 865140 w 920306"/>
              <a:gd name="connsiteY70" fmla="*/ 67003 h 210892"/>
              <a:gd name="connsiteX71" fmla="*/ 895644 w 920306"/>
              <a:gd name="connsiteY71" fmla="*/ 91688 h 210892"/>
              <a:gd name="connsiteX72" fmla="*/ 895644 w 920306"/>
              <a:gd name="connsiteY72" fmla="*/ 169317 h 210892"/>
              <a:gd name="connsiteX73" fmla="*/ 907975 w 920306"/>
              <a:gd name="connsiteY73" fmla="*/ 170941 h 210892"/>
              <a:gd name="connsiteX74" fmla="*/ 920306 w 920306"/>
              <a:gd name="connsiteY74" fmla="*/ 169317 h 210892"/>
              <a:gd name="connsiteX75" fmla="*/ 919657 w 920306"/>
              <a:gd name="connsiteY75" fmla="*/ 94286 h 210892"/>
              <a:gd name="connsiteX76" fmla="*/ 627600 w 920306"/>
              <a:gd name="connsiteY76" fmla="*/ 46215 h 210892"/>
              <a:gd name="connsiteX77" fmla="*/ 593202 w 920306"/>
              <a:gd name="connsiteY77" fmla="*/ 134238 h 210892"/>
              <a:gd name="connsiteX78" fmla="*/ 559128 w 920306"/>
              <a:gd name="connsiteY78" fmla="*/ 46215 h 210892"/>
              <a:gd name="connsiteX79" fmla="*/ 533817 w 920306"/>
              <a:gd name="connsiteY79" fmla="*/ 46215 h 210892"/>
              <a:gd name="connsiteX80" fmla="*/ 580546 w 920306"/>
              <a:gd name="connsiteY80" fmla="*/ 166394 h 210892"/>
              <a:gd name="connsiteX81" fmla="*/ 551989 w 920306"/>
              <a:gd name="connsiteY81" fmla="*/ 188156 h 210892"/>
              <a:gd name="connsiteX82" fmla="*/ 551989 w 920306"/>
              <a:gd name="connsiteY82" fmla="*/ 210892 h 210892"/>
              <a:gd name="connsiteX83" fmla="*/ 606182 w 920306"/>
              <a:gd name="connsiteY83" fmla="*/ 166069 h 210892"/>
              <a:gd name="connsiteX84" fmla="*/ 652911 w 920306"/>
              <a:gd name="connsiteY84" fmla="*/ 46215 h 210892"/>
              <a:gd name="connsiteX85" fmla="*/ 627600 w 920306"/>
              <a:gd name="connsiteY85" fmla="*/ 46215 h 21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920306" h="210892">
                <a:moveTo>
                  <a:pt x="124936" y="25427"/>
                </a:moveTo>
                <a:lnTo>
                  <a:pt x="102220" y="25427"/>
                </a:lnTo>
                <a:lnTo>
                  <a:pt x="102220" y="2366"/>
                </a:lnTo>
                <a:lnTo>
                  <a:pt x="149598" y="2366"/>
                </a:lnTo>
                <a:lnTo>
                  <a:pt x="149598" y="144307"/>
                </a:lnTo>
                <a:cubicBezTo>
                  <a:pt x="149598" y="168342"/>
                  <a:pt x="120717" y="180360"/>
                  <a:pt x="103843" y="163470"/>
                </a:cubicBezTo>
                <a:lnTo>
                  <a:pt x="47378" y="107279"/>
                </a:lnTo>
                <a:lnTo>
                  <a:pt x="47378" y="74148"/>
                </a:lnTo>
                <a:lnTo>
                  <a:pt x="120717" y="147555"/>
                </a:lnTo>
                <a:cubicBezTo>
                  <a:pt x="122340" y="149179"/>
                  <a:pt x="124936" y="147880"/>
                  <a:pt x="124936" y="145931"/>
                </a:cubicBezTo>
                <a:lnTo>
                  <a:pt x="124936" y="25427"/>
                </a:lnTo>
                <a:close/>
                <a:moveTo>
                  <a:pt x="24663" y="25752"/>
                </a:moveTo>
                <a:cubicBezTo>
                  <a:pt x="24663" y="23479"/>
                  <a:pt x="27259" y="22504"/>
                  <a:pt x="28881" y="24128"/>
                </a:cubicBezTo>
                <a:lnTo>
                  <a:pt x="102220" y="97534"/>
                </a:lnTo>
                <a:lnTo>
                  <a:pt x="102220" y="64404"/>
                </a:lnTo>
                <a:lnTo>
                  <a:pt x="45756" y="7888"/>
                </a:lnTo>
                <a:cubicBezTo>
                  <a:pt x="28881" y="-9002"/>
                  <a:pt x="0" y="3016"/>
                  <a:pt x="0" y="27051"/>
                </a:cubicBezTo>
                <a:lnTo>
                  <a:pt x="0" y="168992"/>
                </a:lnTo>
                <a:lnTo>
                  <a:pt x="47378" y="168992"/>
                </a:lnTo>
                <a:lnTo>
                  <a:pt x="47378" y="145931"/>
                </a:lnTo>
                <a:lnTo>
                  <a:pt x="24663" y="145931"/>
                </a:lnTo>
                <a:lnTo>
                  <a:pt x="24663" y="25752"/>
                </a:lnTo>
                <a:close/>
                <a:moveTo>
                  <a:pt x="299197" y="107603"/>
                </a:moveTo>
                <a:cubicBezTo>
                  <a:pt x="299197" y="143007"/>
                  <a:pt x="270640" y="171590"/>
                  <a:pt x="235269" y="171590"/>
                </a:cubicBezTo>
                <a:cubicBezTo>
                  <a:pt x="199897" y="171590"/>
                  <a:pt x="171665" y="143007"/>
                  <a:pt x="171665" y="107603"/>
                </a:cubicBezTo>
                <a:cubicBezTo>
                  <a:pt x="171665" y="72200"/>
                  <a:pt x="200222" y="43617"/>
                  <a:pt x="235593" y="43617"/>
                </a:cubicBezTo>
                <a:cubicBezTo>
                  <a:pt x="270965" y="43617"/>
                  <a:pt x="299197" y="72524"/>
                  <a:pt x="299197" y="107603"/>
                </a:cubicBezTo>
                <a:close/>
                <a:moveTo>
                  <a:pt x="235593" y="67003"/>
                </a:moveTo>
                <a:cubicBezTo>
                  <a:pt x="213202" y="67003"/>
                  <a:pt x="194705" y="85192"/>
                  <a:pt x="194705" y="107928"/>
                </a:cubicBezTo>
                <a:cubicBezTo>
                  <a:pt x="194705" y="130665"/>
                  <a:pt x="212878" y="148854"/>
                  <a:pt x="235593" y="148854"/>
                </a:cubicBezTo>
                <a:cubicBezTo>
                  <a:pt x="258309" y="148854"/>
                  <a:pt x="276481" y="130665"/>
                  <a:pt x="276481" y="107928"/>
                </a:cubicBezTo>
                <a:cubicBezTo>
                  <a:pt x="276481" y="85192"/>
                  <a:pt x="257984" y="67003"/>
                  <a:pt x="235593" y="67003"/>
                </a:cubicBezTo>
                <a:close/>
                <a:moveTo>
                  <a:pt x="787582" y="107603"/>
                </a:moveTo>
                <a:cubicBezTo>
                  <a:pt x="787582" y="143007"/>
                  <a:pt x="759026" y="171590"/>
                  <a:pt x="723654" y="171590"/>
                </a:cubicBezTo>
                <a:cubicBezTo>
                  <a:pt x="688283" y="171590"/>
                  <a:pt x="659726" y="143007"/>
                  <a:pt x="659726" y="107603"/>
                </a:cubicBezTo>
                <a:cubicBezTo>
                  <a:pt x="659726" y="72200"/>
                  <a:pt x="688283" y="43617"/>
                  <a:pt x="723654" y="43617"/>
                </a:cubicBezTo>
                <a:cubicBezTo>
                  <a:pt x="759026" y="43617"/>
                  <a:pt x="787582" y="72524"/>
                  <a:pt x="787582" y="107603"/>
                </a:cubicBezTo>
                <a:close/>
                <a:moveTo>
                  <a:pt x="723979" y="67003"/>
                </a:moveTo>
                <a:cubicBezTo>
                  <a:pt x="701587" y="67003"/>
                  <a:pt x="683090" y="85192"/>
                  <a:pt x="683090" y="107928"/>
                </a:cubicBezTo>
                <a:cubicBezTo>
                  <a:pt x="683090" y="130665"/>
                  <a:pt x="701263" y="148854"/>
                  <a:pt x="723979" y="148854"/>
                </a:cubicBezTo>
                <a:cubicBezTo>
                  <a:pt x="746370" y="148854"/>
                  <a:pt x="764867" y="130665"/>
                  <a:pt x="764867" y="107928"/>
                </a:cubicBezTo>
                <a:cubicBezTo>
                  <a:pt x="764867" y="85192"/>
                  <a:pt x="746370" y="67003"/>
                  <a:pt x="723979" y="67003"/>
                </a:cubicBezTo>
                <a:close/>
                <a:moveTo>
                  <a:pt x="480922" y="97859"/>
                </a:moveTo>
                <a:cubicBezTo>
                  <a:pt x="480922" y="77721"/>
                  <a:pt x="488710" y="68627"/>
                  <a:pt x="511750" y="68627"/>
                </a:cubicBezTo>
                <a:cubicBezTo>
                  <a:pt x="513048" y="68627"/>
                  <a:pt x="521161" y="68627"/>
                  <a:pt x="522459" y="68627"/>
                </a:cubicBezTo>
                <a:lnTo>
                  <a:pt x="522459" y="45890"/>
                </a:lnTo>
                <a:cubicBezTo>
                  <a:pt x="522459" y="45890"/>
                  <a:pt x="514346" y="45890"/>
                  <a:pt x="511425" y="45890"/>
                </a:cubicBezTo>
                <a:cubicBezTo>
                  <a:pt x="477352" y="45890"/>
                  <a:pt x="456259" y="59857"/>
                  <a:pt x="456259" y="98509"/>
                </a:cubicBezTo>
                <a:lnTo>
                  <a:pt x="456259" y="168667"/>
                </a:lnTo>
                <a:cubicBezTo>
                  <a:pt x="460153" y="169642"/>
                  <a:pt x="464372" y="170291"/>
                  <a:pt x="468590" y="170291"/>
                </a:cubicBezTo>
                <a:cubicBezTo>
                  <a:pt x="472809" y="170291"/>
                  <a:pt x="477028" y="169642"/>
                  <a:pt x="480922" y="168667"/>
                </a:cubicBezTo>
                <a:lnTo>
                  <a:pt x="480922" y="97859"/>
                </a:lnTo>
                <a:close/>
                <a:moveTo>
                  <a:pt x="346251" y="46215"/>
                </a:moveTo>
                <a:lnTo>
                  <a:pt x="321588" y="46215"/>
                </a:lnTo>
                <a:lnTo>
                  <a:pt x="321588" y="121245"/>
                </a:lnTo>
                <a:cubicBezTo>
                  <a:pt x="321588" y="148854"/>
                  <a:pt x="340409" y="171590"/>
                  <a:pt x="376430" y="171590"/>
                </a:cubicBezTo>
                <a:cubicBezTo>
                  <a:pt x="412775" y="171590"/>
                  <a:pt x="431272" y="148854"/>
                  <a:pt x="431272" y="121245"/>
                </a:cubicBezTo>
                <a:lnTo>
                  <a:pt x="431272" y="46215"/>
                </a:lnTo>
                <a:lnTo>
                  <a:pt x="406609" y="46215"/>
                </a:lnTo>
                <a:lnTo>
                  <a:pt x="406609" y="123844"/>
                </a:lnTo>
                <a:cubicBezTo>
                  <a:pt x="406609" y="137161"/>
                  <a:pt x="397523" y="148529"/>
                  <a:pt x="376105" y="148529"/>
                </a:cubicBezTo>
                <a:cubicBezTo>
                  <a:pt x="354688" y="148529"/>
                  <a:pt x="345602" y="137161"/>
                  <a:pt x="345602" y="123844"/>
                </a:cubicBezTo>
                <a:lnTo>
                  <a:pt x="346251" y="46215"/>
                </a:lnTo>
                <a:close/>
                <a:moveTo>
                  <a:pt x="919657" y="94286"/>
                </a:moveTo>
                <a:cubicBezTo>
                  <a:pt x="919657" y="66678"/>
                  <a:pt x="900836" y="43941"/>
                  <a:pt x="864815" y="43941"/>
                </a:cubicBezTo>
                <a:cubicBezTo>
                  <a:pt x="828795" y="43941"/>
                  <a:pt x="809973" y="66678"/>
                  <a:pt x="809973" y="94286"/>
                </a:cubicBezTo>
                <a:lnTo>
                  <a:pt x="809973" y="169317"/>
                </a:lnTo>
                <a:cubicBezTo>
                  <a:pt x="813867" y="170291"/>
                  <a:pt x="818086" y="170941"/>
                  <a:pt x="822305" y="170941"/>
                </a:cubicBezTo>
                <a:cubicBezTo>
                  <a:pt x="826523" y="170941"/>
                  <a:pt x="830742" y="170291"/>
                  <a:pt x="834636" y="169317"/>
                </a:cubicBezTo>
                <a:lnTo>
                  <a:pt x="834636" y="91688"/>
                </a:lnTo>
                <a:cubicBezTo>
                  <a:pt x="834636" y="78371"/>
                  <a:pt x="843722" y="67003"/>
                  <a:pt x="865140" y="67003"/>
                </a:cubicBezTo>
                <a:cubicBezTo>
                  <a:pt x="886557" y="67003"/>
                  <a:pt x="895644" y="78371"/>
                  <a:pt x="895644" y="91688"/>
                </a:cubicBezTo>
                <a:lnTo>
                  <a:pt x="895644" y="169317"/>
                </a:lnTo>
                <a:cubicBezTo>
                  <a:pt x="899538" y="170291"/>
                  <a:pt x="903756" y="170941"/>
                  <a:pt x="907975" y="170941"/>
                </a:cubicBezTo>
                <a:cubicBezTo>
                  <a:pt x="912193" y="170941"/>
                  <a:pt x="916412" y="170291"/>
                  <a:pt x="920306" y="169317"/>
                </a:cubicBezTo>
                <a:lnTo>
                  <a:pt x="919657" y="94286"/>
                </a:lnTo>
                <a:close/>
                <a:moveTo>
                  <a:pt x="627600" y="46215"/>
                </a:moveTo>
                <a:cubicBezTo>
                  <a:pt x="627600" y="46215"/>
                  <a:pt x="607480" y="97534"/>
                  <a:pt x="593202" y="134238"/>
                </a:cubicBezTo>
                <a:lnTo>
                  <a:pt x="559128" y="46215"/>
                </a:lnTo>
                <a:lnTo>
                  <a:pt x="533817" y="46215"/>
                </a:lnTo>
                <a:lnTo>
                  <a:pt x="580546" y="166394"/>
                </a:lnTo>
                <a:cubicBezTo>
                  <a:pt x="574056" y="181335"/>
                  <a:pt x="566916" y="188156"/>
                  <a:pt x="551989" y="188156"/>
                </a:cubicBezTo>
                <a:lnTo>
                  <a:pt x="551989" y="210892"/>
                </a:lnTo>
                <a:cubicBezTo>
                  <a:pt x="581519" y="210892"/>
                  <a:pt x="595149" y="193677"/>
                  <a:pt x="606182" y="166069"/>
                </a:cubicBezTo>
                <a:cubicBezTo>
                  <a:pt x="618189" y="134887"/>
                  <a:pt x="652911" y="46215"/>
                  <a:pt x="652911" y="46215"/>
                </a:cubicBezTo>
                <a:lnTo>
                  <a:pt x="627600" y="46215"/>
                </a:lnTo>
                <a:close/>
              </a:path>
            </a:pathLst>
          </a:custGeom>
          <a:solidFill>
            <a:schemeClr val="bg1"/>
          </a:solidFill>
          <a:ln w="32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128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png"/><Relationship Id="rId61" Type="http://schemas.openxmlformats.org/officeDocument/2006/relationships/image" Target="../media/image4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3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ooterbar">
            <a:extLst>
              <a:ext uri="{FF2B5EF4-FFF2-40B4-BE49-F238E27FC236}">
                <a16:creationId xmlns:a16="http://schemas.microsoft.com/office/drawing/2014/main" id="{73CCED39-A27E-4974-8C31-20A99B806C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t="50554"/>
          <a:stretch/>
        </p:blipFill>
        <p:spPr>
          <a:xfrm>
            <a:off x="0" y="4766723"/>
            <a:ext cx="9144000" cy="376777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73586D6-700B-4AFE-8A27-DC9193C2B510}"/>
              </a:ext>
            </a:extLst>
          </p:cNvPr>
          <p:cNvSpPr/>
          <p:nvPr userDrawn="1"/>
        </p:nvSpPr>
        <p:spPr>
          <a:xfrm>
            <a:off x="-2728913" y="-1625600"/>
            <a:ext cx="14601826" cy="8394700"/>
          </a:xfrm>
          <a:custGeom>
            <a:avLst/>
            <a:gdLst>
              <a:gd name="connsiteX0" fmla="*/ 0 w 12900698"/>
              <a:gd name="connsiteY0" fmla="*/ 0 h 6858000"/>
              <a:gd name="connsiteX1" fmla="*/ 1854566 w 12900698"/>
              <a:gd name="connsiteY1" fmla="*/ 0 h 6858000"/>
              <a:gd name="connsiteX2" fmla="*/ 1854566 w 12900698"/>
              <a:gd name="connsiteY2" fmla="*/ 0 h 6858000"/>
              <a:gd name="connsiteX3" fmla="*/ 11046132 w 12900698"/>
              <a:gd name="connsiteY3" fmla="*/ 0 h 6858000"/>
              <a:gd name="connsiteX4" fmla="*/ 11841499 w 12900698"/>
              <a:gd name="connsiteY4" fmla="*/ 0 h 6858000"/>
              <a:gd name="connsiteX5" fmla="*/ 12900698 w 12900698"/>
              <a:gd name="connsiteY5" fmla="*/ 0 h 6858000"/>
              <a:gd name="connsiteX6" fmla="*/ 12900698 w 12900698"/>
              <a:gd name="connsiteY6" fmla="*/ 6858000 h 6858000"/>
              <a:gd name="connsiteX7" fmla="*/ 11841499 w 12900698"/>
              <a:gd name="connsiteY7" fmla="*/ 6858000 h 6858000"/>
              <a:gd name="connsiteX8" fmla="*/ 11046132 w 12900698"/>
              <a:gd name="connsiteY8" fmla="*/ 6858000 h 6858000"/>
              <a:gd name="connsiteX9" fmla="*/ 1854566 w 12900698"/>
              <a:gd name="connsiteY9" fmla="*/ 6858000 h 6858000"/>
              <a:gd name="connsiteX10" fmla="*/ 1611701 w 12900698"/>
              <a:gd name="connsiteY10" fmla="*/ 6858000 h 6858000"/>
              <a:gd name="connsiteX11" fmla="*/ 0 w 12900698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900698" h="6858000">
                <a:moveTo>
                  <a:pt x="0" y="0"/>
                </a:moveTo>
                <a:lnTo>
                  <a:pt x="1854566" y="0"/>
                </a:lnTo>
                <a:lnTo>
                  <a:pt x="1854566" y="0"/>
                </a:lnTo>
                <a:lnTo>
                  <a:pt x="11046132" y="0"/>
                </a:lnTo>
                <a:lnTo>
                  <a:pt x="11841499" y="0"/>
                </a:lnTo>
                <a:lnTo>
                  <a:pt x="12900698" y="0"/>
                </a:lnTo>
                <a:lnTo>
                  <a:pt x="12900698" y="6858000"/>
                </a:lnTo>
                <a:lnTo>
                  <a:pt x="11841499" y="6858000"/>
                </a:lnTo>
                <a:lnTo>
                  <a:pt x="11046132" y="6858000"/>
                </a:lnTo>
                <a:lnTo>
                  <a:pt x="1854566" y="6858000"/>
                </a:lnTo>
                <a:lnTo>
                  <a:pt x="161170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46" name="Object 45" hidden="1"/>
          <p:cNvGraphicFramePr>
            <a:graphicFrameLocks noChangeAspect="1"/>
          </p:cNvGraphicFramePr>
          <p:nvPr userDrawn="1">
            <p:custDataLst>
              <p:tags r:id="rId56"/>
            </p:custDataLst>
            <p:extLst>
              <p:ext uri="{D42A27DB-BD31-4B8C-83A1-F6EECF244321}">
                <p14:modId xmlns:p14="http://schemas.microsoft.com/office/powerpoint/2010/main" val="1708550004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9" imgW="357" imgH="357" progId="TCLayout.ActiveDocument.1">
                  <p:embed/>
                </p:oleObj>
              </mc:Choice>
              <mc:Fallback>
                <p:oleObj name="think-cell Slide" r:id="rId59" imgW="357" imgH="357" progId="TCLayout.ActiveDocument.1">
                  <p:embed/>
                  <p:pic>
                    <p:nvPicPr>
                      <p:cNvPr id="46" name="Object 4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953A8B37-F261-BC4D-B1DC-3343EBAC9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00048" y="4767262"/>
            <a:ext cx="4032000" cy="37623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algn="l" defTabSz="914400" rtl="0" eaLnBrk="1" latinLnBrk="0" hangingPunct="1">
              <a:defRPr lang="en-US" sz="900" b="0" kern="1200" smtClean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57EAEABB-5475-704B-A518-8D646D6FD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0" y="4767262"/>
            <a:ext cx="395287" cy="37623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algn="ctr" defTabSz="914400" rtl="0" eaLnBrk="1" latinLnBrk="0" hangingPunct="1">
              <a:defRPr lang="nl-NL" sz="900" b="1" kern="1200" smtClean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18E07D6-44EF-A34E-97EE-A8E5814A932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00049" y="985299"/>
            <a:ext cx="8348664" cy="34231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2E116E3A-F4BC-5647-B973-B7824F9576C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0048" y="372917"/>
            <a:ext cx="8348665" cy="25414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316ED7E-D3AF-4F44-83AD-E0051A60174A}"/>
              </a:ext>
            </a:extLst>
          </p:cNvPr>
          <p:cNvGrpSpPr/>
          <p:nvPr userDrawn="1"/>
        </p:nvGrpSpPr>
        <p:grpSpPr>
          <a:xfrm>
            <a:off x="-1765940" y="1238400"/>
            <a:ext cx="1531557" cy="1802493"/>
            <a:chOff x="-1671638" y="1405512"/>
            <a:chExt cx="1531557" cy="180249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743D488-4563-054C-AA4F-8422B1AAA654}"/>
                </a:ext>
              </a:extLst>
            </p:cNvPr>
            <p:cNvSpPr/>
            <p:nvPr/>
          </p:nvSpPr>
          <p:spPr bwMode="gray">
            <a:xfrm>
              <a:off x="-1671638" y="1405512"/>
              <a:ext cx="1531557" cy="1802493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8000" bIns="108000" rtlCol="0" anchor="b" anchorCtr="0">
              <a:noAutofit/>
            </a:bodyPr>
            <a:lstStyle/>
            <a:p>
              <a:pPr algn="l"/>
              <a:r>
                <a:rPr lang="en-US" sz="900" b="1" dirty="0">
                  <a:solidFill>
                    <a:schemeClr val="tx1"/>
                  </a:solidFill>
                </a:rPr>
                <a:t>Branded Bullets</a:t>
              </a:r>
            </a:p>
            <a:p>
              <a:pPr algn="l"/>
              <a:r>
                <a:rPr lang="en-US" sz="900" b="0" dirty="0">
                  <a:solidFill>
                    <a:schemeClr val="tx1"/>
                  </a:solidFill>
                </a:rPr>
                <a:t>Only use the </a:t>
              </a:r>
              <a:r>
                <a:rPr lang="en-US" sz="900" b="0" u="sng" dirty="0">
                  <a:solidFill>
                    <a:schemeClr val="tx1"/>
                  </a:solidFill>
                </a:rPr>
                <a:t>List Level buttons</a:t>
              </a:r>
              <a:r>
                <a:rPr lang="en-US" sz="900" b="0" dirty="0">
                  <a:solidFill>
                    <a:schemeClr val="tx1"/>
                  </a:solidFill>
                </a:rPr>
                <a:t> to apply the</a:t>
              </a:r>
              <a:r>
                <a:rPr lang="en-US" sz="900" b="0" baseline="0" dirty="0">
                  <a:solidFill>
                    <a:schemeClr val="tx1"/>
                  </a:solidFill>
                </a:rPr>
                <a:t> </a:t>
              </a:r>
              <a:r>
                <a:rPr lang="en-US" sz="900" b="0" i="0" u="none" baseline="0" dirty="0">
                  <a:solidFill>
                    <a:schemeClr val="tx1"/>
                  </a:solidFill>
                </a:rPr>
                <a:t>Branded Bullets</a:t>
              </a:r>
              <a:endParaRPr lang="en-US" sz="900" b="0" i="0" u="none" dirty="0">
                <a:solidFill>
                  <a:schemeClr val="tx1"/>
                </a:solidFill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5BE407A-4FCF-D24F-BC1A-DC2DBC194B03}"/>
                </a:ext>
              </a:extLst>
            </p:cNvPr>
            <p:cNvGrpSpPr/>
            <p:nvPr userDrawn="1"/>
          </p:nvGrpSpPr>
          <p:grpSpPr>
            <a:xfrm>
              <a:off x="-1573454" y="1531453"/>
              <a:ext cx="1335187" cy="795026"/>
              <a:chOff x="-1573454" y="1531453"/>
              <a:chExt cx="1335187" cy="795026"/>
            </a:xfrm>
          </p:grpSpPr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7014CDF2-2716-404D-A8D2-4699F1E256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-1573454" y="1531453"/>
                <a:ext cx="1335187" cy="795026"/>
              </a:xfrm>
              <a:custGeom>
                <a:avLst/>
                <a:gdLst>
                  <a:gd name="connsiteX0" fmla="*/ 0 w 2840306"/>
                  <a:gd name="connsiteY0" fmla="*/ 0 h 1691236"/>
                  <a:gd name="connsiteX1" fmla="*/ 2840306 w 2840306"/>
                  <a:gd name="connsiteY1" fmla="*/ 0 h 1691236"/>
                  <a:gd name="connsiteX2" fmla="*/ 2840306 w 2840306"/>
                  <a:gd name="connsiteY2" fmla="*/ 1691236 h 1691236"/>
                  <a:gd name="connsiteX3" fmla="*/ 0 w 2840306"/>
                  <a:gd name="connsiteY3" fmla="*/ 1691236 h 1691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40306" h="1691236">
                    <a:moveTo>
                      <a:pt x="0" y="0"/>
                    </a:moveTo>
                    <a:lnTo>
                      <a:pt x="2840306" y="0"/>
                    </a:lnTo>
                    <a:lnTo>
                      <a:pt x="2840306" y="1691236"/>
                    </a:lnTo>
                    <a:lnTo>
                      <a:pt x="0" y="1691236"/>
                    </a:lnTo>
                    <a:close/>
                  </a:path>
                </a:pathLst>
              </a:custGeom>
            </p:spPr>
          </p:pic>
          <p:sp>
            <p:nvSpPr>
              <p:cNvPr id="43" name="Multiply 42">
                <a:extLst>
                  <a:ext uri="{FF2B5EF4-FFF2-40B4-BE49-F238E27FC236}">
                    <a16:creationId xmlns:a16="http://schemas.microsoft.com/office/drawing/2014/main" id="{7C5B6D48-D5B7-244F-AEB5-20FD0DA5A59A}"/>
                  </a:ext>
                </a:extLst>
              </p:cNvPr>
              <p:cNvSpPr/>
              <p:nvPr/>
            </p:nvSpPr>
            <p:spPr bwMode="gray">
              <a:xfrm>
                <a:off x="-1571627" y="1551174"/>
                <a:ext cx="245272" cy="245272"/>
              </a:xfrm>
              <a:prstGeom prst="mathMultiply">
                <a:avLst>
                  <a:gd name="adj1" fmla="val 8315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/>
                <a:endParaRPr lang="en-US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388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58" r:id="rId2"/>
    <p:sldLayoutId id="2147483859" r:id="rId3"/>
    <p:sldLayoutId id="2147483776" r:id="rId4"/>
    <p:sldLayoutId id="2147483872" r:id="rId5"/>
    <p:sldLayoutId id="2147483867" r:id="rId6"/>
    <p:sldLayoutId id="2147483890" r:id="rId7"/>
    <p:sldLayoutId id="2147483876" r:id="rId8"/>
    <p:sldLayoutId id="2147483891" r:id="rId9"/>
    <p:sldLayoutId id="2147483897" r:id="rId10"/>
    <p:sldLayoutId id="2147483868" r:id="rId11"/>
    <p:sldLayoutId id="2147483848" r:id="rId12"/>
    <p:sldLayoutId id="2147483869" r:id="rId13"/>
    <p:sldLayoutId id="2147483828" r:id="rId14"/>
    <p:sldLayoutId id="2147483870" r:id="rId15"/>
    <p:sldLayoutId id="2147483860" r:id="rId16"/>
    <p:sldLayoutId id="2147483871" r:id="rId17"/>
    <p:sldLayoutId id="2147483780" r:id="rId18"/>
    <p:sldLayoutId id="2147483877" r:id="rId19"/>
    <p:sldLayoutId id="2147483829" r:id="rId20"/>
    <p:sldLayoutId id="2147483781" r:id="rId21"/>
    <p:sldLayoutId id="2147483878" r:id="rId22"/>
    <p:sldLayoutId id="2147483898" r:id="rId23"/>
    <p:sldLayoutId id="2147483879" r:id="rId24"/>
    <p:sldLayoutId id="2147483852" r:id="rId25"/>
    <p:sldLayoutId id="2147483880" r:id="rId26"/>
    <p:sldLayoutId id="2147483831" r:id="rId27"/>
    <p:sldLayoutId id="2147483881" r:id="rId28"/>
    <p:sldLayoutId id="2147483838" r:id="rId29"/>
    <p:sldLayoutId id="2147483882" r:id="rId30"/>
    <p:sldLayoutId id="2147483835" r:id="rId31"/>
    <p:sldLayoutId id="2147483856" r:id="rId32"/>
    <p:sldLayoutId id="2147483893" r:id="rId33"/>
    <p:sldLayoutId id="2147483894" r:id="rId34"/>
    <p:sldLayoutId id="2147483895" r:id="rId35"/>
    <p:sldLayoutId id="2147483896" r:id="rId36"/>
    <p:sldLayoutId id="2147483786" r:id="rId37"/>
    <p:sldLayoutId id="2147483874" r:id="rId38"/>
    <p:sldLayoutId id="2147483832" r:id="rId39"/>
    <p:sldLayoutId id="2147483888" r:id="rId40"/>
    <p:sldLayoutId id="2147483788" r:id="rId41"/>
    <p:sldLayoutId id="2147483889" r:id="rId42"/>
    <p:sldLayoutId id="2147483846" r:id="rId43"/>
    <p:sldLayoutId id="2147483883" r:id="rId44"/>
    <p:sldLayoutId id="2147483849" r:id="rId45"/>
    <p:sldLayoutId id="2147483884" r:id="rId46"/>
    <p:sldLayoutId id="2147483850" r:id="rId47"/>
    <p:sldLayoutId id="2147483885" r:id="rId48"/>
    <p:sldLayoutId id="2147483851" r:id="rId49"/>
    <p:sldLayoutId id="2147483886" r:id="rId50"/>
    <p:sldLayoutId id="2147483804" r:id="rId51"/>
    <p:sldLayoutId id="2147483887" r:id="rId52"/>
    <p:sldLayoutId id="2147483841" r:id="rId53"/>
    <p:sldLayoutId id="2147483810" r:id="rId54"/>
  </p:sldLayoutIdLst>
  <p:hf hdr="0" dt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GB" sz="2000" b="1" kern="0">
          <a:solidFill>
            <a:schemeClr val="accent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chemeClr val="accent1"/>
        </a:buClr>
        <a:buFont typeface="Arial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1A4780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5CB300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660066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00ABA9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49" userDrawn="1">
          <p15:clr>
            <a:srgbClr val="F26B43"/>
          </p15:clr>
        </p15:guide>
        <p15:guide id="3" pos="5511" userDrawn="1">
          <p15:clr>
            <a:srgbClr val="F26B43"/>
          </p15:clr>
        </p15:guide>
        <p15:guide id="4" orient="horz" pos="395" userDrawn="1">
          <p15:clr>
            <a:srgbClr val="F26B43"/>
          </p15:clr>
        </p15:guide>
        <p15:guide id="5" orient="horz" pos="2777" userDrawn="1">
          <p15:clr>
            <a:srgbClr val="F26B43"/>
          </p15:clr>
        </p15:guide>
        <p15:guide id="6" orient="horz" pos="237" userDrawn="1">
          <p15:clr>
            <a:srgbClr val="F26B43"/>
          </p15:clr>
        </p15:guide>
        <p15:guide id="7" orient="horz" pos="3003" userDrawn="1">
          <p15:clr>
            <a:srgbClr val="F26B43"/>
          </p15:clr>
        </p15:guide>
        <p15:guide id="8" orient="horz" pos="289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DF48247D-54A0-4537-BA1D-AE779BB3D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98" y="1113183"/>
            <a:ext cx="8444286" cy="1796993"/>
          </a:xfrm>
        </p:spPr>
        <p:txBody>
          <a:bodyPr/>
          <a:lstStyle/>
          <a:p>
            <a:r>
              <a:rPr lang="en-US" altLang="zh-CN" sz="3200" dirty="0">
                <a:latin typeface="等线" panose="0201060003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3200" dirty="0">
                <a:effectLst/>
                <a:latin typeface="等线" panose="02010600030101010101" pitchFamily="2" charset="-122"/>
                <a:cs typeface="宋体" panose="02010600030101010101" pitchFamily="2" charset="-122"/>
              </a:rPr>
              <a:t>eport on export condition</a:t>
            </a:r>
            <a:br>
              <a:rPr lang="en-US" altLang="zh-CN" sz="2800" dirty="0">
                <a:effectLst/>
                <a:latin typeface="等线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2800" dirty="0">
                <a:effectLst/>
                <a:latin typeface="等线" panose="02010600030101010101" pitchFamily="2" charset="-122"/>
                <a:cs typeface="宋体" panose="02010600030101010101" pitchFamily="2" charset="-122"/>
              </a:rPr>
              <a:t>-APAC IMPEX TEAM</a:t>
            </a:r>
            <a:br>
              <a:rPr lang="en-US" altLang="zh-CN" sz="2800" dirty="0">
                <a:effectLst/>
                <a:latin typeface="等线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14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sz="1400" i="1" dirty="0">
                <a:latin typeface="Calibri" panose="020F0502020204030204" pitchFamily="34" charset="0"/>
                <a:cs typeface="Calibri" panose="020F0502020204030204" pitchFamily="34" charset="0"/>
              </a:rPr>
              <a:t>Data exclude Taiwan)</a:t>
            </a:r>
            <a:br>
              <a:rPr lang="en-US" sz="2800" dirty="0"/>
            </a:br>
            <a:br>
              <a:rPr lang="en-US" sz="2800" dirty="0"/>
            </a:br>
            <a:fld id="{32FEBAE4-34C9-4A2F-8F74-0687D7E768C7}" type="datetime4">
              <a:rPr lang="en-US" sz="2800" smtClean="0"/>
              <a:t>June 11, 2025</a:t>
            </a:fld>
            <a:br>
              <a:rPr lang="en-US" sz="2800" dirty="0"/>
            </a:br>
            <a:br>
              <a:rPr lang="en-US" sz="28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sz="1600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FAA1E98-46F8-4992-87B2-DFE7675E5F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7E2E77-CED1-4E84-91C2-4E0176ECD4F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524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AD39-CEEC-4931-8462-9D9324EB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10" y="246410"/>
            <a:ext cx="8743952" cy="249879"/>
          </a:xfrm>
        </p:spPr>
        <p:txBody>
          <a:bodyPr/>
          <a:lstStyle/>
          <a:p>
            <a:r>
              <a:rPr lang="en-US" altLang="zh-CN" sz="1400" dirty="0"/>
              <a:t>Part 1: 2023-2025 SHIPMENT ORDERS (RELEASED  FOR TRANSPORT PLANNING) overview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D22E05-D4E7-F56E-0686-DF0835C8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01" y="536688"/>
            <a:ext cx="8608298" cy="121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568A90-6390-F1E0-E603-2B1626E64BE3}"/>
              </a:ext>
            </a:extLst>
          </p:cNvPr>
          <p:cNvSpPr txBox="1"/>
          <p:nvPr/>
        </p:nvSpPr>
        <p:spPr>
          <a:xfrm>
            <a:off x="257810" y="590295"/>
            <a:ext cx="8743952" cy="4413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b="0" dirty="0">
                <a:latin typeface="Calibri" panose="020F0502020204030204" pitchFamily="34" charset="0"/>
                <a:cs typeface="Calibri" panose="020F0502020204030204" pitchFamily="34" charset="0"/>
              </a:rPr>
              <a:t>A. Whole APAC outbound volume-(2024-May VS 2025-</a:t>
            </a:r>
            <a:r>
              <a:rPr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May </a:t>
            </a:r>
            <a:r>
              <a:rPr lang="en-US" altLang="zh-CN" sz="1200" b="0" dirty="0">
                <a:latin typeface="Calibri" panose="020F0502020204030204" pitchFamily="34" charset="0"/>
                <a:cs typeface="Calibri" panose="020F0502020204030204" pitchFamily="34" charset="0"/>
              </a:rPr>
              <a:t>)YoY decrease rate: -9% , MoM increase rate:23%</a:t>
            </a:r>
          </a:p>
          <a:p>
            <a:r>
              <a:rPr lang="en-US" altLang="zh-CN" sz="1200" b="0" dirty="0">
                <a:latin typeface="Calibri" panose="020F0502020204030204" pitchFamily="34" charset="0"/>
                <a:cs typeface="Calibri" panose="020F0502020204030204" pitchFamily="34" charset="0"/>
              </a:rPr>
              <a:t>B. 2025 May:~77% outbound shipments out of South China(</a:t>
            </a:r>
            <a:r>
              <a:rPr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main POL: </a:t>
            </a:r>
            <a:r>
              <a:rPr lang="en-US" altLang="zh-CN" sz="1200" b="0" dirty="0">
                <a:latin typeface="Calibri" panose="020F0502020204030204" pitchFamily="34" charset="0"/>
                <a:cs typeface="Calibri" panose="020F0502020204030204" pitchFamily="34" charset="0"/>
              </a:rPr>
              <a:t>Ningbo, Shanghai)</a:t>
            </a:r>
          </a:p>
          <a:p>
            <a:endParaRPr lang="zh-CN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0CAE9E-F4AE-1750-1B0B-D6CCCB4B3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38" y="1031680"/>
            <a:ext cx="6749725" cy="368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016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AD39-CEEC-4931-8462-9D9324EB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4" y="274723"/>
            <a:ext cx="8743952" cy="249879"/>
          </a:xfrm>
        </p:spPr>
        <p:txBody>
          <a:bodyPr/>
          <a:lstStyle/>
          <a:p>
            <a:r>
              <a:rPr lang="en-US" altLang="zh-CN" sz="1800" dirty="0"/>
              <a:t>Part 2: Actual export operation overview of May 2025</a:t>
            </a: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D22E05-D4E7-F56E-0686-DF0835C8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01" y="536688"/>
            <a:ext cx="8608298" cy="1219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7EF06A6-1676-F2DB-C6C3-451D4029B238}"/>
              </a:ext>
            </a:extLst>
          </p:cNvPr>
          <p:cNvSpPr txBox="1">
            <a:spLocks/>
          </p:cNvSpPr>
          <p:nvPr/>
        </p:nvSpPr>
        <p:spPr bwMode="gray">
          <a:xfrm>
            <a:off x="104774" y="593252"/>
            <a:ext cx="8743952" cy="24987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000" b="1" ker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altLang="zh-CN" sz="1400" b="0" dirty="0">
                <a:latin typeface="Calibri" panose="020F0502020204030204" pitchFamily="34" charset="0"/>
                <a:cs typeface="Calibri" panose="020F0502020204030204" pitchFamily="34" charset="0"/>
              </a:rPr>
              <a:t>A. 77% from South China(Ningbo , Shanghai port); 18% from North China(Tianjin, Qingdao); 5% from SEA.</a:t>
            </a:r>
          </a:p>
          <a:p>
            <a:endParaRPr 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5C0238-6406-CE1C-764D-98424C92C4FD}"/>
              </a:ext>
            </a:extLst>
          </p:cNvPr>
          <p:cNvSpPr txBox="1">
            <a:spLocks/>
          </p:cNvSpPr>
          <p:nvPr/>
        </p:nvSpPr>
        <p:spPr bwMode="gray">
          <a:xfrm>
            <a:off x="172601" y="2823943"/>
            <a:ext cx="3904618" cy="156620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000" b="1" ker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altLang="zh-CN" sz="1400" b="0" dirty="0">
                <a:latin typeface="Calibri" panose="020F0502020204030204" pitchFamily="34" charset="0"/>
                <a:cs typeface="Calibri" panose="020F0502020204030204" pitchFamily="34" charset="0"/>
              </a:rPr>
              <a:t>B. Main business lines for each sourcing region</a:t>
            </a:r>
          </a:p>
          <a:p>
            <a:r>
              <a:rPr lang="en-US" altLang="zh-CN" sz="1400" b="0" dirty="0">
                <a:latin typeface="Calibri" panose="020F0502020204030204" pitchFamily="34" charset="0"/>
                <a:cs typeface="Calibri" panose="020F0502020204030204" pitchFamily="34" charset="0"/>
              </a:rPr>
              <a:t>China N.-HPC, PS</a:t>
            </a:r>
          </a:p>
          <a:p>
            <a:r>
              <a:rPr lang="en-US" altLang="zh-CN" sz="1400" b="0" dirty="0">
                <a:latin typeface="Calibri" panose="020F0502020204030204" pitchFamily="34" charset="0"/>
                <a:cs typeface="Calibri" panose="020F0502020204030204" pitchFamily="34" charset="0"/>
              </a:rPr>
              <a:t>China S.-HPC, Intermediates, PS</a:t>
            </a:r>
          </a:p>
          <a:p>
            <a:r>
              <a:rPr lang="en-US" altLang="zh-CN" sz="1400" b="0" dirty="0">
                <a:latin typeface="Calibri" panose="020F0502020204030204" pitchFamily="34" charset="0"/>
                <a:cs typeface="Calibri" panose="020F0502020204030204" pitchFamily="34" charset="0"/>
              </a:rPr>
              <a:t>SEA-Argo, HPC, N&amp;R</a:t>
            </a:r>
          </a:p>
          <a:p>
            <a:endParaRPr 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rrow: Circular 7">
            <a:extLst>
              <a:ext uri="{FF2B5EF4-FFF2-40B4-BE49-F238E27FC236}">
                <a16:creationId xmlns:a16="http://schemas.microsoft.com/office/drawing/2014/main" id="{B50027CC-07D3-6A22-3B23-C0AC4ADDEB35}"/>
              </a:ext>
            </a:extLst>
          </p:cNvPr>
          <p:cNvSpPr/>
          <p:nvPr/>
        </p:nvSpPr>
        <p:spPr>
          <a:xfrm>
            <a:off x="2313291" y="1885096"/>
            <a:ext cx="1249832" cy="1178560"/>
          </a:xfrm>
          <a:prstGeom prst="circular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zh-CN" altLang="en-US" dirty="0" err="1"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8A0F2A-61EA-D82A-6A7C-A63E903DD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7" y="860884"/>
            <a:ext cx="4046086" cy="798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442894-9110-65C6-E39D-E6072B69B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6249" y="2019570"/>
            <a:ext cx="5305847" cy="226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4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AD39-CEEC-4931-8462-9D9324EB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4" y="213203"/>
            <a:ext cx="8743952" cy="249879"/>
          </a:xfrm>
        </p:spPr>
        <p:txBody>
          <a:bodyPr/>
          <a:lstStyle/>
          <a:p>
            <a:r>
              <a:rPr lang="en-US" dirty="0"/>
              <a:t>Part 2: May’s orders fulfillment rate</a:t>
            </a:r>
            <a:r>
              <a:rPr lang="en-US" altLang="zh-CN" dirty="0"/>
              <a:t>-(B</a:t>
            </a:r>
            <a:r>
              <a:rPr lang="en-US" altLang="zh-CN" sz="1800" dirty="0">
                <a:solidFill>
                  <a:srgbClr val="1F497D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y product line loading)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D22E05-D4E7-F56E-0686-DF0835C8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01" y="536688"/>
            <a:ext cx="8608298" cy="121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21DAEB-21E2-8D72-F4ED-DAE10DED5D1C}"/>
              </a:ext>
            </a:extLst>
          </p:cNvPr>
          <p:cNvSpPr txBox="1"/>
          <p:nvPr/>
        </p:nvSpPr>
        <p:spPr>
          <a:xfrm>
            <a:off x="0" y="563344"/>
            <a:ext cx="4323080" cy="36268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zh-CN" sz="1100" b="1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Fulfillment rate=( Loaded+ Departed+ Close)/ Total order quantity</a:t>
            </a:r>
          </a:p>
          <a:p>
            <a:endParaRPr lang="en-US" altLang="zh-CN" sz="11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100" b="1" dirty="0">
                <a:latin typeface="Calibri" panose="020F0502020204030204" pitchFamily="34" charset="0"/>
                <a:cs typeface="Calibri" panose="020F0502020204030204" pitchFamily="34" charset="0"/>
              </a:rPr>
              <a:t>APAC: 99% orders were fulfilled in May</a:t>
            </a:r>
          </a:p>
          <a:p>
            <a:endParaRPr lang="en-US" altLang="zh-CN" sz="11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100" b="1" dirty="0">
                <a:latin typeface="Calibri" panose="020F0502020204030204" pitchFamily="34" charset="0"/>
                <a:cs typeface="Calibri" panose="020F0502020204030204" pitchFamily="34" charset="0"/>
              </a:rPr>
              <a:t>China. N: 99% </a:t>
            </a:r>
          </a:p>
          <a:p>
            <a:r>
              <a:rPr lang="en-US" altLang="zh-CN" sz="1100" b="1" dirty="0">
                <a:latin typeface="Calibri" panose="020F0502020204030204" pitchFamily="34" charset="0"/>
                <a:cs typeface="Calibri" panose="020F0502020204030204" pitchFamily="34" charset="0"/>
              </a:rPr>
              <a:t>China. S: 99% </a:t>
            </a:r>
          </a:p>
          <a:p>
            <a:r>
              <a:rPr lang="en-US" altLang="zh-CN" sz="1100" b="1" dirty="0">
                <a:latin typeface="Calibri" panose="020F0502020204030204" pitchFamily="34" charset="0"/>
                <a:cs typeface="Calibri" panose="020F0502020204030204" pitchFamily="34" charset="0"/>
              </a:rPr>
              <a:t>SEA: 99%</a:t>
            </a:r>
            <a:endParaRPr lang="en-US" altLang="zh-CN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1FF849-7B94-47E8-B782-08013CE31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4" y="1879637"/>
            <a:ext cx="7795260" cy="111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672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AD39-CEEC-4931-8462-9D9324EB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601" y="262155"/>
            <a:ext cx="8743952" cy="249879"/>
          </a:xfrm>
        </p:spPr>
        <p:txBody>
          <a:bodyPr/>
          <a:lstStyle/>
          <a:p>
            <a:r>
              <a:rPr lang="en-US" altLang="zh-CN" sz="2000" dirty="0"/>
              <a:t>Part 2: </a:t>
            </a:r>
            <a:r>
              <a:rPr lang="en-US" altLang="zh-CN" dirty="0"/>
              <a:t>Tender loading rate  (data exclude "F" term orders)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D22E05-D4E7-F56E-0686-DF0835C8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01" y="536688"/>
            <a:ext cx="8608298" cy="121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08FF69-F727-35C2-67D1-60B8DC23D76C}"/>
              </a:ext>
            </a:extLst>
          </p:cNvPr>
          <p:cNvSpPr txBox="1"/>
          <p:nvPr/>
        </p:nvSpPr>
        <p:spPr>
          <a:xfrm>
            <a:off x="96399" y="573535"/>
            <a:ext cx="8407519" cy="2005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A: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AEE34-635A-E5D4-9008-1662DD034DC4}"/>
              </a:ext>
            </a:extLst>
          </p:cNvPr>
          <p:cNvSpPr txBox="1"/>
          <p:nvPr/>
        </p:nvSpPr>
        <p:spPr>
          <a:xfrm>
            <a:off x="308284" y="610382"/>
            <a:ext cx="3870286" cy="450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zh-C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</a:t>
            </a:r>
            <a:r>
              <a:rPr lang="en-US" altLang="zh-CN" sz="12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tender loading rate peak at 99% from SEA</a:t>
            </a:r>
            <a:endParaRPr lang="zh-CN" altLang="en-US" sz="12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0344BE-641B-756F-ADD8-258BE768B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9" y="798696"/>
            <a:ext cx="6147647" cy="866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2480B6-FB68-CF79-8F92-67ADBB1E6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9" y="1816513"/>
            <a:ext cx="7127095" cy="306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244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AD39-CEEC-4931-8462-9D9324EB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601" y="262155"/>
            <a:ext cx="8743952" cy="249879"/>
          </a:xfrm>
        </p:spPr>
        <p:txBody>
          <a:bodyPr/>
          <a:lstStyle/>
          <a:p>
            <a:r>
              <a:rPr lang="en-US" altLang="zh-CN" sz="1600" dirty="0"/>
              <a:t>Part 2: Tender loading rate  (data exclude "F" term orders)-Per receiving region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D22E05-D4E7-F56E-0686-DF0835C8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01" y="536688"/>
            <a:ext cx="8608298" cy="121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08FF69-F727-35C2-67D1-60B8DC23D76C}"/>
              </a:ext>
            </a:extLst>
          </p:cNvPr>
          <p:cNvSpPr txBox="1"/>
          <p:nvPr/>
        </p:nvSpPr>
        <p:spPr>
          <a:xfrm>
            <a:off x="96399" y="573535"/>
            <a:ext cx="8407519" cy="2005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B: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31EFA9-3816-7284-59EA-094810EDA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21" y="610382"/>
            <a:ext cx="5830073" cy="413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647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AD39-CEEC-4931-8462-9D9324EB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601" y="247978"/>
            <a:ext cx="8743952" cy="249879"/>
          </a:xfrm>
        </p:spPr>
        <p:txBody>
          <a:bodyPr/>
          <a:lstStyle/>
          <a:p>
            <a:r>
              <a:rPr lang="en-US" altLang="zh-CN" sz="2000" dirty="0"/>
              <a:t>Part 2: </a:t>
            </a:r>
            <a:r>
              <a:rPr lang="en-US" altLang="zh-CN" dirty="0"/>
              <a:t>Reason for spot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D22E05-D4E7-F56E-0686-DF0835C8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01" y="536688"/>
            <a:ext cx="8608298" cy="121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55812D-719D-84BE-0559-E6282E66C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75" y="587712"/>
            <a:ext cx="3551556" cy="430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30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AD39-CEEC-4931-8462-9D9324EB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601" y="247978"/>
            <a:ext cx="8743952" cy="249879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sz="2000" dirty="0"/>
              <a:t>Part 3: </a:t>
            </a:r>
            <a:r>
              <a:rPr lang="en-US" altLang="zh-CN" dirty="0"/>
              <a:t>Performance from key awarded carrier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D22E05-D4E7-F56E-0686-DF0835C8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01" y="536688"/>
            <a:ext cx="8608298" cy="121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0D8C32-7474-264C-5155-B019A0541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160" y="2472690"/>
            <a:ext cx="1249680" cy="1981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63AAC7-EC97-7E7D-E3EE-A1ED8FD99108}"/>
              </a:ext>
            </a:extLst>
          </p:cNvPr>
          <p:cNvSpPr txBox="1"/>
          <p:nvPr/>
        </p:nvSpPr>
        <p:spPr>
          <a:xfrm>
            <a:off x="120349" y="605129"/>
            <a:ext cx="6954494" cy="2333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zh-CN" sz="1400" b="0" dirty="0"/>
              <a:t>MSK still be the key tender allocation source</a:t>
            </a:r>
            <a:endParaRPr lang="zh-CN" altLang="en-US" sz="14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6FD086-32D0-79BE-6EDE-A72B26896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00" y="945790"/>
            <a:ext cx="6416305" cy="301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1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AD39-CEEC-4931-8462-9D9324EB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4" y="231823"/>
            <a:ext cx="8743952" cy="249879"/>
          </a:xfrm>
        </p:spPr>
        <p:txBody>
          <a:bodyPr/>
          <a:lstStyle/>
          <a:p>
            <a:r>
              <a:rPr lang="en-US" dirty="0"/>
              <a:t>Part 4: Awarded allocation VS Reserved space VS Actual tender loading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D22E05-D4E7-F56E-0686-DF0835C8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01" y="536688"/>
            <a:ext cx="8608298" cy="121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21DAEB-21E2-8D72-F4ED-DAE10DED5D1C}"/>
              </a:ext>
            </a:extLst>
          </p:cNvPr>
          <p:cNvSpPr txBox="1"/>
          <p:nvPr/>
        </p:nvSpPr>
        <p:spPr>
          <a:xfrm>
            <a:off x="55880" y="548880"/>
            <a:ext cx="8608298" cy="8176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Tender utilization rate 1=Actual tender loaded TEU/Awarded allocation</a:t>
            </a:r>
          </a:p>
          <a:p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Tender utilization rate 2=Actual tender loaded TEU/Reserved spaces</a:t>
            </a:r>
          </a:p>
          <a:p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Tender loading rate=Actual tender loaded TEU/Actual demand</a:t>
            </a:r>
          </a:p>
          <a:p>
            <a:endParaRPr lang="en-US" altLang="zh-C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F7B985-397C-B17F-FCFF-E92518782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3" y="2292193"/>
            <a:ext cx="8971570" cy="24494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95E610-F38A-6F34-AC09-D585C6BBD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417" y="425848"/>
            <a:ext cx="5743165" cy="183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562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AD39-CEEC-4931-8462-9D9324EB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4" y="231823"/>
            <a:ext cx="8743952" cy="249879"/>
          </a:xfrm>
        </p:spPr>
        <p:txBody>
          <a:bodyPr/>
          <a:lstStyle/>
          <a:p>
            <a:r>
              <a:rPr lang="en-US" dirty="0"/>
              <a:t>Part 5: </a:t>
            </a:r>
            <a:r>
              <a:rPr lang="en-US" altLang="zh-CN" dirty="0" err="1">
                <a:highlight>
                  <a:srgbClr val="FFFF00"/>
                </a:highlight>
              </a:rPr>
              <a:t>Shpt</a:t>
            </a:r>
            <a:r>
              <a:rPr lang="en-US" altLang="zh-CN" dirty="0">
                <a:highlight>
                  <a:srgbClr val="FFFF00"/>
                </a:highlight>
              </a:rPr>
              <a:t> trend </a:t>
            </a:r>
            <a:r>
              <a:rPr lang="en-US" altLang="zh-CN" dirty="0"/>
              <a:t>and tender loading by biz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D22E05-D4E7-F56E-0686-DF0835C8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01" y="536688"/>
            <a:ext cx="8608298" cy="12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1723FE-BB02-5F38-45A2-52B706CFC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4" y="603867"/>
            <a:ext cx="6224314" cy="440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022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AD39-CEEC-4931-8462-9D9324EB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4" y="231823"/>
            <a:ext cx="8743952" cy="249879"/>
          </a:xfrm>
        </p:spPr>
        <p:txBody>
          <a:bodyPr/>
          <a:lstStyle/>
          <a:p>
            <a:r>
              <a:rPr lang="en-US" dirty="0"/>
              <a:t>Part 5: </a:t>
            </a:r>
            <a:r>
              <a:rPr lang="en-US" altLang="zh-CN" dirty="0" err="1"/>
              <a:t>Shpt</a:t>
            </a:r>
            <a:r>
              <a:rPr lang="en-US" altLang="zh-CN" dirty="0"/>
              <a:t> trend and </a:t>
            </a:r>
            <a:r>
              <a:rPr lang="en-US" altLang="zh-CN" dirty="0">
                <a:highlight>
                  <a:srgbClr val="FFFF00"/>
                </a:highlight>
              </a:rPr>
              <a:t>tender loading </a:t>
            </a:r>
            <a:r>
              <a:rPr lang="en-US" altLang="zh-CN" dirty="0"/>
              <a:t>by biz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D22E05-D4E7-F56E-0686-DF0835C8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01" y="536688"/>
            <a:ext cx="8608298" cy="12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1BB970-0759-FAA9-020B-7FEC3D522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01" y="603867"/>
            <a:ext cx="7733211" cy="362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77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2AC915-6759-BE82-E5BF-A3A38D8C8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Thanks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3627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Nouryon 16x9 template 20210510">
  <a:themeElements>
    <a:clrScheme name="Custom 1">
      <a:dk1>
        <a:srgbClr val="000000"/>
      </a:dk1>
      <a:lt1>
        <a:srgbClr val="FFFFFF"/>
      </a:lt1>
      <a:dk2>
        <a:srgbClr val="1A4780"/>
      </a:dk2>
      <a:lt2>
        <a:srgbClr val="FFFFFF"/>
      </a:lt2>
      <a:accent1>
        <a:srgbClr val="1A4780"/>
      </a:accent1>
      <a:accent2>
        <a:srgbClr val="575756"/>
      </a:accent2>
      <a:accent3>
        <a:srgbClr val="1EA03C"/>
      </a:accent3>
      <a:accent4>
        <a:srgbClr val="660066"/>
      </a:accent4>
      <a:accent5>
        <a:srgbClr val="00ABA9"/>
      </a:accent5>
      <a:accent6>
        <a:srgbClr val="BE0032"/>
      </a:accent6>
      <a:hlink>
        <a:srgbClr val="1A4780"/>
      </a:hlink>
      <a:folHlink>
        <a:srgbClr val="FF5300"/>
      </a:folHlink>
    </a:clrScheme>
    <a:fontScheme name="Akzonobel Specialty Chemical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lIns="0" tIns="0" rIns="0" bIns="0" rtlCol="0" anchor="t" anchorCtr="0"/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400" b="0" dirty="0" smtClean="0"/>
        </a:defPPr>
      </a:lstStyle>
    </a:txDef>
  </a:objectDefaults>
  <a:extraClrSchemeLst/>
  <a:custClrLst>
    <a:custClr name="Green">
      <a:srgbClr val="1EA03C"/>
    </a:custClr>
    <a:custClr name="Green 75%">
      <a:srgbClr val="56B86D"/>
    </a:custClr>
    <a:custClr name="Green 50%">
      <a:srgbClr val="8FD09E"/>
    </a:custClr>
    <a:custClr name="Green 25%">
      <a:srgbClr val="C7E7CE"/>
    </a:custClr>
    <a:custClr name="Black">
      <a:srgbClr val="000000"/>
    </a:custClr>
    <a:custClr name="Black 75%">
      <a:srgbClr val="404040"/>
    </a:custClr>
    <a:custClr name="Black 50%">
      <a:srgbClr val="808080"/>
    </a:custClr>
    <a:custClr name="Black 25%">
      <a:srgbClr val="BFBFBF"/>
    </a:custClr>
    <a:custClr name=" ">
      <a:srgbClr val="FFFFFF"/>
    </a:custClr>
    <a:custClr name=" ">
      <a:srgbClr val="FFFFFF"/>
    </a:custClr>
    <a:custClr name="Teal">
      <a:srgbClr val="00ABA9"/>
    </a:custClr>
    <a:custClr name="Teal 75%">
      <a:srgbClr val="40C0BF"/>
    </a:custClr>
    <a:custClr name="Teal 50%">
      <a:srgbClr val="80D5D4"/>
    </a:custClr>
    <a:custClr name="Teal 25%">
      <a:srgbClr val="BFEAEA"/>
    </a:custClr>
    <a:custClr name="Dark grey">
      <a:srgbClr val="575756"/>
    </a:custClr>
    <a:custClr name="Dark grey 75%">
      <a:srgbClr val="818180"/>
    </a:custClr>
    <a:custClr name="Dark grey 50%">
      <a:srgbClr val="ABABAB"/>
    </a:custClr>
    <a:custClr name="Dark grey 25%">
      <a:srgbClr val="D5D5D5"/>
    </a:custClr>
    <a:custClr name=" ">
      <a:srgbClr val="FFFFFF"/>
    </a:custClr>
    <a:custClr name=" ">
      <a:srgbClr val="FFFFFF"/>
    </a:custClr>
    <a:custClr name="Blue">
      <a:srgbClr val="1A4780"/>
    </a:custClr>
    <a:custClr name="Blue 75%">
      <a:srgbClr val="5375B0"/>
    </a:custClr>
    <a:custClr name="Blue 50%">
      <a:srgbClr val="8CA3CB"/>
    </a:custClr>
    <a:custClr name="Blue 25%">
      <a:srgbClr val="C6D1E5"/>
    </a:custClr>
    <a:custClr name="Mid grey">
      <a:srgbClr val="999A9A"/>
    </a:custClr>
    <a:custClr name="Mid grey 75%">
      <a:srgbClr val="B2B3B3"/>
    </a:custClr>
    <a:custClr name="Mid grey 50%">
      <a:srgbClr val="CCCCCC"/>
    </a:custClr>
    <a:custClr name="Mid grey 25%">
      <a:srgbClr val="E5E6E6"/>
    </a:custClr>
    <a:custClr name=" ">
      <a:srgbClr val="FFFFFF"/>
    </a:custClr>
    <a:custClr name=" ">
      <a:srgbClr val="FFFFFF"/>
    </a:custClr>
    <a:custClr name="Purple">
      <a:srgbClr val="660066"/>
    </a:custClr>
    <a:custClr name="Purple 75%">
      <a:srgbClr val="8C408C"/>
    </a:custClr>
    <a:custClr name="Purple 50%">
      <a:srgbClr val="B380B3"/>
    </a:custClr>
    <a:custClr name="Purple 25%">
      <a:srgbClr val="D9BFD9"/>
    </a:custClr>
    <a:custClr name="Light grey">
      <a:srgbClr val="ECECEC"/>
    </a:custClr>
    <a:custClr name="Light grey 75%">
      <a:srgbClr val="F1F1F1"/>
    </a:custClr>
    <a:custClr name="Light grey 50%">
      <a:srgbClr val="F5F5F5"/>
    </a:custClr>
    <a:custClr name="Light grey 25%">
      <a:srgbClr val="FAFAFA"/>
    </a:custClr>
    <a:custClr name=" ">
      <a:srgbClr val="FFFFFF"/>
    </a:custClr>
    <a:custClr name=" ">
      <a:srgbClr val="FFFFFF"/>
    </a:custClr>
    <a:custClr name="Red">
      <a:srgbClr val="BE0032"/>
    </a:custClr>
    <a:custClr name="Red 75%">
      <a:srgbClr val="CE4065"/>
    </a:custClr>
    <a:custClr name="Red 50%">
      <a:srgbClr val="DF8099"/>
    </a:custClr>
    <a:custClr name="Red 25%">
      <a:srgbClr val="EFBFCC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</a:custClrLst>
  <a:extLst>
    <a:ext uri="{05A4C25C-085E-4340-85A3-A5531E510DB2}">
      <thm15:themeFamily xmlns:thm15="http://schemas.microsoft.com/office/thememl/2012/main" name="Nouryon_PP_template_16x9_20210527.potx" id="{94F7D847-68A3-40BE-BA99-F6BDD0D7FCD7}" vid="{FE0AB52C-4E09-420A-A3B8-45AC8AAF39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D0C9406D5CA4439FDEB0CC50640B1D" ma:contentTypeVersion="18" ma:contentTypeDescription="Create a new document." ma:contentTypeScope="" ma:versionID="b61b811ade97d13a4b5de93623ce67e8">
  <xsd:schema xmlns:xsd="http://www.w3.org/2001/XMLSchema" xmlns:xs="http://www.w3.org/2001/XMLSchema" xmlns:p="http://schemas.microsoft.com/office/2006/metadata/properties" xmlns:ns2="77c776af-34fb-4247-8a25-9459a43b456e" xmlns:ns3="dcd9bfe9-9e3e-43da-85fc-43fd49880a40" xmlns:ns4="21e502b6-6643-43d6-8ae8-8f0c2ded687b" targetNamespace="http://schemas.microsoft.com/office/2006/metadata/properties" ma:root="true" ma:fieldsID="5984249876ca0e794a091e2cdc4ea0aa" ns2:_="" ns3:_="" ns4:_="">
    <xsd:import namespace="77c776af-34fb-4247-8a25-9459a43b456e"/>
    <xsd:import namespace="dcd9bfe9-9e3e-43da-85fc-43fd49880a40"/>
    <xsd:import namespace="21e502b6-6643-43d6-8ae8-8f0c2ded687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c776af-34fb-4247-8a25-9459a43b456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9bfe9-9e3e-43da-85fc-43fd49880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5f30985-c752-4d2f-b29e-c20a11f763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e502b6-6643-43d6-8ae8-8f0c2ded687b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e456334a-aa12-4478-8b92-bc1a4ec1af83}" ma:internalName="TaxCatchAll" ma:showField="CatchAllData" ma:web="77c776af-34fb-4247-8a25-9459a43b45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1e502b6-6643-43d6-8ae8-8f0c2ded687b" xsi:nil="true"/>
    <lcf76f155ced4ddcb4097134ff3c332f xmlns="dcd9bfe9-9e3e-43da-85fc-43fd49880a4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01B3063-9293-4995-8314-8233F356D8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ACD766-581C-4E06-A0BA-340109A78C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c776af-34fb-4247-8a25-9459a43b456e"/>
    <ds:schemaRef ds:uri="dcd9bfe9-9e3e-43da-85fc-43fd49880a40"/>
    <ds:schemaRef ds:uri="21e502b6-6643-43d6-8ae8-8f0c2ded68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E3A08E-A89C-402F-AA2F-63F087C59F5E}">
  <ds:schemaRefs>
    <ds:schemaRef ds:uri="3c9ba67c-b8e8-4f35-94f1-c6f394ffe21a"/>
    <ds:schemaRef ds:uri="http://purl.org/dc/terms/"/>
    <ds:schemaRef ds:uri="http://schemas.openxmlformats.org/package/2006/metadata/core-properties"/>
    <ds:schemaRef ds:uri="b1693cb2-60b2-4174-98c4-e287e85799d5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21e502b6-6643-43d6-8ae8-8f0c2ded687b"/>
    <ds:schemaRef ds:uri="dcd9bfe9-9e3e-43da-85fc-43fd49880a4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37652</TotalTime>
  <Words>345</Words>
  <Application>Microsoft Office PowerPoint</Application>
  <PresentationFormat>On-screen Show (16:9)</PresentationFormat>
  <Paragraphs>34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等线</vt:lpstr>
      <vt:lpstr>Arial</vt:lpstr>
      <vt:lpstr>Calibri</vt:lpstr>
      <vt:lpstr>Nouryon 16x9 template 20210510</vt:lpstr>
      <vt:lpstr>think-cell Slide</vt:lpstr>
      <vt:lpstr>Report on export condition -APAC IMPEX TEAM (Data exclude Taiwan)  June 11, 2025         </vt:lpstr>
      <vt:lpstr>Part 1: 2023-2025 SHIPMENT ORDERS (RELEASED  FOR TRANSPORT PLANNING) overview</vt:lpstr>
      <vt:lpstr>Part 2: Actual export operation overview of May 2025</vt:lpstr>
      <vt:lpstr>Part 2: May’s orders fulfillment rate-(By product line loading)</vt:lpstr>
      <vt:lpstr>Part 2: Tender loading rate  (data exclude "F" term orders)</vt:lpstr>
      <vt:lpstr>Part 2: Tender loading rate  (data exclude "F" term orders)-Per receiving region</vt:lpstr>
      <vt:lpstr>Part 2: Reason for spot </vt:lpstr>
      <vt:lpstr> Part 3: Performance from key awarded carrier</vt:lpstr>
      <vt:lpstr>Part 4: Awarded allocation VS Reserved space VS Actual tender loading</vt:lpstr>
      <vt:lpstr>Part 5: Shpt trend and tender loading by biz</vt:lpstr>
      <vt:lpstr>Part 5: Shpt trend and tender loading by biz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Focal points Progress tracker</dc:title>
  <dc:creator>Procopi, R. (Ruth)</dc:creator>
  <dc:description>v4.2_x000d_
d.d.20210527</dc:description>
  <cp:lastModifiedBy>Zhang, H. (Aloise)</cp:lastModifiedBy>
  <cp:revision>61</cp:revision>
  <cp:lastPrinted>2021-04-22T10:58:10Z</cp:lastPrinted>
  <dcterms:created xsi:type="dcterms:W3CDTF">2023-05-30T14:19:33Z</dcterms:created>
  <dcterms:modified xsi:type="dcterms:W3CDTF">2025-06-11T05:23:36Z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0x0101004F24858EAB9F4B499E23C4392FD7CA93</vt:lpwstr>
  </property>
  <property fmtid="{D5CDD505-2E9C-101B-9397-08002B2CF9AE}" pid="3" name="MediaServiceImageTags">
    <vt:lpwstr/>
  </property>
</Properties>
</file>